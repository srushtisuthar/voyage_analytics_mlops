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2" r:id="rId6"/>
    <p:sldId id="261" r:id="rId7"/>
    <p:sldId id="263" r:id="rId8"/>
    <p:sldId id="260" r:id="rId9"/>
    <p:sldId id="265" r:id="rId10"/>
    <p:sldId id="264" r:id="rId11"/>
    <p:sldId id="267" r:id="rId12"/>
    <p:sldId id="266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5E1D83-50BD-4C33-9C8D-17482BF1F5BE}" type="doc">
      <dgm:prSet loTypeId="urn:microsoft.com/office/officeart/2005/8/layout/orgChart1" loCatId="hierarchy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23527279-5E57-464B-BEA1-E13AA95770DE}">
      <dgm:prSet phldrT="[Text]" phldr="0" custT="1"/>
      <dgm:spPr/>
      <dgm:t>
        <a:bodyPr/>
        <a:lstStyle/>
        <a:p>
          <a:r>
            <a:rPr lang="en-US" sz="1400"/>
            <a:t>Voyage Analytics</a:t>
          </a:r>
        </a:p>
      </dgm:t>
    </dgm:pt>
    <dgm:pt modelId="{F999F41F-90D9-491A-A049-FCC4CA5BE6B8}" type="parTrans" cxnId="{7F7D7D69-9151-4817-91E0-F5C8BA10CD17}">
      <dgm:prSet/>
      <dgm:spPr/>
      <dgm:t>
        <a:bodyPr/>
        <a:lstStyle/>
        <a:p>
          <a:endParaRPr lang="en-US"/>
        </a:p>
      </dgm:t>
    </dgm:pt>
    <dgm:pt modelId="{1962E435-5184-4745-A7FB-183AE0F4E5E8}" type="sibTrans" cxnId="{7F7D7D69-9151-4817-91E0-F5C8BA10CD17}">
      <dgm:prSet/>
      <dgm:spPr/>
      <dgm:t>
        <a:bodyPr/>
        <a:lstStyle/>
        <a:p>
          <a:endParaRPr lang="en-US"/>
        </a:p>
      </dgm:t>
    </dgm:pt>
    <dgm:pt modelId="{E95D3C53-910C-463E-8B79-787FA0E3292B}">
      <dgm:prSet phldrT="[Text]" phldr="0" custT="1"/>
      <dgm:spPr/>
      <dgm:t>
        <a:bodyPr/>
        <a:lstStyle/>
        <a:p>
          <a:r>
            <a:rPr lang="en-US" sz="1400" dirty="0" err="1"/>
            <a:t>api</a:t>
          </a:r>
          <a:endParaRPr lang="en-US" sz="1400" dirty="0"/>
        </a:p>
      </dgm:t>
    </dgm:pt>
    <dgm:pt modelId="{5B3162C0-4783-4023-83F3-3810FDEC36F0}" type="parTrans" cxnId="{FA596C6B-3123-4F57-AC13-3FE804D47A24}">
      <dgm:prSet/>
      <dgm:spPr/>
      <dgm:t>
        <a:bodyPr/>
        <a:lstStyle/>
        <a:p>
          <a:endParaRPr lang="en-US" sz="1400">
            <a:solidFill>
              <a:schemeClr val="tx1"/>
            </a:solidFill>
          </a:endParaRPr>
        </a:p>
      </dgm:t>
    </dgm:pt>
    <dgm:pt modelId="{72C25B8E-AA04-4B5C-8306-C6CD3A330340}" type="sibTrans" cxnId="{FA596C6B-3123-4F57-AC13-3FE804D47A24}">
      <dgm:prSet/>
      <dgm:spPr/>
      <dgm:t>
        <a:bodyPr/>
        <a:lstStyle/>
        <a:p>
          <a:endParaRPr lang="en-US"/>
        </a:p>
      </dgm:t>
    </dgm:pt>
    <dgm:pt modelId="{BE39898A-3164-4C7A-A88A-46F1DD0EF01D}">
      <dgm:prSet phldrT="[Text]" phldr="0" custT="1"/>
      <dgm:spPr/>
      <dgm:t>
        <a:bodyPr/>
        <a:lstStyle/>
        <a:p>
          <a:r>
            <a:rPr lang="en-US" sz="1400"/>
            <a:t>app.py</a:t>
          </a:r>
          <a:endParaRPr lang="en-US" sz="1400" dirty="0"/>
        </a:p>
      </dgm:t>
    </dgm:pt>
    <dgm:pt modelId="{04F0DBD6-DB16-41A8-948C-EB42254FA623}" type="parTrans" cxnId="{02217B81-7AD6-455C-8253-283858DBCA8D}">
      <dgm:prSet/>
      <dgm:spPr/>
      <dgm:t>
        <a:bodyPr/>
        <a:lstStyle/>
        <a:p>
          <a:endParaRPr lang="en-US" sz="1400">
            <a:solidFill>
              <a:schemeClr val="tx1"/>
            </a:solidFill>
          </a:endParaRPr>
        </a:p>
      </dgm:t>
    </dgm:pt>
    <dgm:pt modelId="{8362B5E2-2B72-4397-86AE-577E88503F27}" type="sibTrans" cxnId="{02217B81-7AD6-455C-8253-283858DBCA8D}">
      <dgm:prSet/>
      <dgm:spPr/>
      <dgm:t>
        <a:bodyPr/>
        <a:lstStyle/>
        <a:p>
          <a:endParaRPr lang="en-US"/>
        </a:p>
      </dgm:t>
    </dgm:pt>
    <dgm:pt modelId="{DA0A16A3-2A9C-45B9-A463-624968C7999F}">
      <dgm:prSet phldrT="[Text]" phldr="0" custT="1"/>
      <dgm:spPr/>
      <dgm:t>
        <a:bodyPr spcFirstLastPara="0" vert="horz" wrap="square" lIns="8890" tIns="8890" rIns="8890" bIns="8890" numCol="1" spcCol="1270" anchor="ctr" anchorCtr="0"/>
        <a:lstStyle/>
        <a:p>
          <a:r>
            <a:rPr lang="en-US" sz="1400" kern="1200">
              <a:latin typeface="Calibri" panose="020F0502020204030204"/>
              <a:ea typeface="+mn-ea"/>
              <a:cs typeface="+mn-cs"/>
            </a:rPr>
            <a:t>app</a:t>
          </a:r>
          <a:endParaRPr lang="en-US" sz="1400" kern="1200" dirty="0">
            <a:latin typeface="Calibri" panose="020F0502020204030204"/>
            <a:ea typeface="+mn-ea"/>
            <a:cs typeface="+mn-cs"/>
          </a:endParaRPr>
        </a:p>
      </dgm:t>
    </dgm:pt>
    <dgm:pt modelId="{8F7EE31D-3BE2-4F1D-9AF0-2200235CADAB}" type="parTrans" cxnId="{7E93B565-0727-42E9-82BB-9CEA6CF51E8E}">
      <dgm:prSet/>
      <dgm:spPr/>
      <dgm:t>
        <a:bodyPr/>
        <a:lstStyle/>
        <a:p>
          <a:endParaRPr lang="en-US" sz="1400">
            <a:solidFill>
              <a:schemeClr val="tx1"/>
            </a:solidFill>
          </a:endParaRPr>
        </a:p>
      </dgm:t>
    </dgm:pt>
    <dgm:pt modelId="{014AE3A7-C13C-42AD-88DC-0609E2BA87ED}" type="sibTrans" cxnId="{7E93B565-0727-42E9-82BB-9CEA6CF51E8E}">
      <dgm:prSet/>
      <dgm:spPr/>
      <dgm:t>
        <a:bodyPr/>
        <a:lstStyle/>
        <a:p>
          <a:endParaRPr lang="en-US"/>
        </a:p>
      </dgm:t>
    </dgm:pt>
    <dgm:pt modelId="{FF5CE3B1-8012-4703-BBE7-225F70CC1127}">
      <dgm:prSet phldrT="[Text]" phldr="0" custT="1"/>
      <dgm:spPr/>
      <dgm:t>
        <a:bodyPr spcFirstLastPara="0" vert="horz" wrap="square" lIns="8890" tIns="8890" rIns="8890" bIns="8890" numCol="1" spcCol="1270" anchor="ctr" anchorCtr="0"/>
        <a:lstStyle/>
        <a:p>
          <a:r>
            <a:rPr lang="en-US" sz="1400" kern="1200">
              <a:latin typeface="Calibri" panose="020F0502020204030204"/>
              <a:ea typeface="+mn-ea"/>
              <a:cs typeface="+mn-cs"/>
            </a:rPr>
            <a:t>Streamlit</a:t>
          </a:r>
          <a:r>
            <a:rPr lang="en-US" sz="1400" kern="1200"/>
            <a:t>_app.py</a:t>
          </a:r>
          <a:endParaRPr lang="en-US" sz="1400" kern="1200" dirty="0"/>
        </a:p>
      </dgm:t>
    </dgm:pt>
    <dgm:pt modelId="{E61911E8-EBF8-4D90-85D2-6D313012E6E8}" type="parTrans" cxnId="{C7FD7B73-85BA-4E6E-8CCF-577A41300627}">
      <dgm:prSet/>
      <dgm:spPr/>
      <dgm:t>
        <a:bodyPr/>
        <a:lstStyle/>
        <a:p>
          <a:endParaRPr lang="en-US" sz="1400">
            <a:solidFill>
              <a:schemeClr val="tx1"/>
            </a:solidFill>
          </a:endParaRPr>
        </a:p>
      </dgm:t>
    </dgm:pt>
    <dgm:pt modelId="{80F2A1BF-54EE-4F9D-9D93-03ADE8EF6F87}" type="sibTrans" cxnId="{C7FD7B73-85BA-4E6E-8CCF-577A41300627}">
      <dgm:prSet/>
      <dgm:spPr/>
      <dgm:t>
        <a:bodyPr/>
        <a:lstStyle/>
        <a:p>
          <a:endParaRPr lang="en-US"/>
        </a:p>
      </dgm:t>
    </dgm:pt>
    <dgm:pt modelId="{550902E2-11A5-43F1-BFB5-F6AB4ABA9F74}">
      <dgm:prSet phldrT="[Text]" phldr="0" custT="1"/>
      <dgm:spPr/>
      <dgm:t>
        <a:bodyPr spcFirstLastPara="0" vert="horz" wrap="square" lIns="8890" tIns="8890" rIns="8890" bIns="8890" numCol="1" spcCol="1270" anchor="ctr" anchorCtr="0"/>
        <a:lstStyle/>
        <a:p>
          <a:r>
            <a:rPr lang="en-US" sz="1400"/>
            <a:t>src</a:t>
          </a:r>
          <a:endParaRPr lang="en-US" sz="1400" dirty="0"/>
        </a:p>
      </dgm:t>
    </dgm:pt>
    <dgm:pt modelId="{EB9D3222-0E6D-483B-A2CC-38F75716338B}" type="parTrans" cxnId="{3230AF05-0DA7-4283-930B-B3B31E007484}">
      <dgm:prSet/>
      <dgm:spPr/>
      <dgm:t>
        <a:bodyPr/>
        <a:lstStyle/>
        <a:p>
          <a:endParaRPr lang="en-US" sz="1400">
            <a:solidFill>
              <a:schemeClr val="tx1"/>
            </a:solidFill>
          </a:endParaRPr>
        </a:p>
      </dgm:t>
    </dgm:pt>
    <dgm:pt modelId="{AB3C8C12-6DBC-4B72-BC33-7E89CDF2D213}" type="sibTrans" cxnId="{3230AF05-0DA7-4283-930B-B3B31E007484}">
      <dgm:prSet/>
      <dgm:spPr/>
      <dgm:t>
        <a:bodyPr/>
        <a:lstStyle/>
        <a:p>
          <a:endParaRPr lang="en-US"/>
        </a:p>
      </dgm:t>
    </dgm:pt>
    <dgm:pt modelId="{BCDA1A54-EB3E-49C2-A0F1-B5F127D448B1}">
      <dgm:prSet phldrT="[Text]" phldr="0" custT="1"/>
      <dgm:spPr/>
      <dgm:t>
        <a:bodyPr spcFirstLastPara="0" vert="horz" wrap="square" lIns="8890" tIns="8890" rIns="8890" bIns="8890" numCol="1" spcCol="1270" anchor="ctr" anchorCtr="0"/>
        <a:lstStyle/>
        <a:p>
          <a:r>
            <a:rPr lang="en-US" sz="1400" kern="1200"/>
            <a:t>data_</a:t>
          </a:r>
          <a:r>
            <a:rPr lang="en-US" sz="1400" kern="1200">
              <a:latin typeface="Calibri" panose="020F0502020204030204"/>
              <a:ea typeface="+mn-ea"/>
              <a:cs typeface="+mn-cs"/>
            </a:rPr>
            <a:t>handler</a:t>
          </a:r>
          <a:endParaRPr lang="en-US" sz="1400" kern="1200" dirty="0">
            <a:latin typeface="Calibri" panose="020F0502020204030204"/>
            <a:ea typeface="+mn-ea"/>
            <a:cs typeface="+mn-cs"/>
          </a:endParaRPr>
        </a:p>
      </dgm:t>
    </dgm:pt>
    <dgm:pt modelId="{F40711B7-BEB2-4AD4-BE92-5B20371B546A}" type="parTrans" cxnId="{02755B2D-73FC-47CF-969A-1C7CE280FB92}">
      <dgm:prSet/>
      <dgm:spPr/>
      <dgm:t>
        <a:bodyPr/>
        <a:lstStyle/>
        <a:p>
          <a:endParaRPr lang="en-US" sz="1400">
            <a:solidFill>
              <a:schemeClr val="tx1"/>
            </a:solidFill>
          </a:endParaRPr>
        </a:p>
      </dgm:t>
    </dgm:pt>
    <dgm:pt modelId="{1045F49F-F18E-4363-9364-38DA26C1A483}" type="sibTrans" cxnId="{02755B2D-73FC-47CF-969A-1C7CE280FB92}">
      <dgm:prSet/>
      <dgm:spPr/>
      <dgm:t>
        <a:bodyPr/>
        <a:lstStyle/>
        <a:p>
          <a:endParaRPr lang="en-US"/>
        </a:p>
      </dgm:t>
    </dgm:pt>
    <dgm:pt modelId="{25DB2B39-E327-4B31-9E20-A5A4938E05F0}">
      <dgm:prSet phldrT="[Text]" phldr="0" custT="1"/>
      <dgm:spPr/>
      <dgm:t>
        <a:bodyPr spcFirstLastPara="0" vert="horz" wrap="square" lIns="8890" tIns="8890" rIns="8890" bIns="8890" numCol="1" spcCol="1270" anchor="ctr" anchorCtr="0"/>
        <a:lstStyle/>
        <a:p>
          <a:r>
            <a:rPr lang="en-US" sz="1400" kern="1200" dirty="0" err="1"/>
            <a:t>data_</a:t>
          </a:r>
          <a:r>
            <a:rPr lang="en-US" sz="1400" kern="1200" dirty="0" err="1">
              <a:latin typeface="Calibri" panose="020F0502020204030204"/>
              <a:ea typeface="+mn-ea"/>
              <a:cs typeface="+mn-cs"/>
            </a:rPr>
            <a:t>wrangling</a:t>
          </a:r>
          <a:endParaRPr lang="en-US" sz="1400" kern="1200" dirty="0"/>
        </a:p>
      </dgm:t>
    </dgm:pt>
    <dgm:pt modelId="{A7E9FAC4-5EB5-4E7B-A61D-DB738E962321}" type="parTrans" cxnId="{8502E81D-FCC8-4C47-8F1C-447DA2B632D9}">
      <dgm:prSet/>
      <dgm:spPr/>
      <dgm:t>
        <a:bodyPr/>
        <a:lstStyle/>
        <a:p>
          <a:endParaRPr lang="en-US" sz="1400">
            <a:solidFill>
              <a:schemeClr val="tx1"/>
            </a:solidFill>
          </a:endParaRPr>
        </a:p>
      </dgm:t>
    </dgm:pt>
    <dgm:pt modelId="{621DFCDA-9F3B-47C2-802D-F0E6BB25961A}" type="sibTrans" cxnId="{8502E81D-FCC8-4C47-8F1C-447DA2B632D9}">
      <dgm:prSet/>
      <dgm:spPr/>
      <dgm:t>
        <a:bodyPr/>
        <a:lstStyle/>
        <a:p>
          <a:endParaRPr lang="en-US"/>
        </a:p>
      </dgm:t>
    </dgm:pt>
    <dgm:pt modelId="{6EAA5B34-2B73-4137-8ED6-04D6F29F2CFC}">
      <dgm:prSet phldrT="[Text]" phldr="0" custT="1"/>
      <dgm:spPr/>
      <dgm:t>
        <a:bodyPr spcFirstLastPara="0" vert="horz" wrap="square" lIns="8890" tIns="8890" rIns="8890" bIns="8890" numCol="1" spcCol="1270" anchor="ctr" anchorCtr="0"/>
        <a:lstStyle/>
        <a:p>
          <a:r>
            <a:rPr lang="en-US" sz="1400"/>
            <a:t>data_preprocessing</a:t>
          </a:r>
          <a:endParaRPr lang="en-US" sz="1400" dirty="0"/>
        </a:p>
      </dgm:t>
    </dgm:pt>
    <dgm:pt modelId="{AED0CFA2-5CA0-4759-A130-74B07538797B}" type="parTrans" cxnId="{F0B69C21-362F-42E2-B92F-761D66A1A1FF}">
      <dgm:prSet/>
      <dgm:spPr/>
      <dgm:t>
        <a:bodyPr/>
        <a:lstStyle/>
        <a:p>
          <a:endParaRPr lang="en-US" sz="1400">
            <a:solidFill>
              <a:schemeClr val="tx1"/>
            </a:solidFill>
          </a:endParaRPr>
        </a:p>
      </dgm:t>
    </dgm:pt>
    <dgm:pt modelId="{F4453B85-911D-4723-93F8-823C37640990}" type="sibTrans" cxnId="{F0B69C21-362F-42E2-B92F-761D66A1A1FF}">
      <dgm:prSet/>
      <dgm:spPr/>
      <dgm:t>
        <a:bodyPr/>
        <a:lstStyle/>
        <a:p>
          <a:endParaRPr lang="en-US"/>
        </a:p>
      </dgm:t>
    </dgm:pt>
    <dgm:pt modelId="{57989E2F-4546-47E9-AE50-240DD83DCEEE}">
      <dgm:prSet phldrT="[Text]" phldr="0" custT="1"/>
      <dgm:spPr/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/>
              <a:ea typeface="+mn-ea"/>
              <a:cs typeface="+mn-cs"/>
            </a:rPr>
            <a:t>models</a:t>
          </a:r>
          <a:endParaRPr lang="en-US" sz="1400" kern="1200" dirty="0">
            <a:latin typeface="Calibri" panose="020F0502020204030204"/>
            <a:ea typeface="+mn-ea"/>
            <a:cs typeface="+mn-cs"/>
          </a:endParaRPr>
        </a:p>
      </dgm:t>
    </dgm:pt>
    <dgm:pt modelId="{8504E2E2-DD4E-4FF4-9E75-AAC7CD4D8227}" type="parTrans" cxnId="{EED07A2F-7EA6-4D51-9082-0005AC855606}">
      <dgm:prSet/>
      <dgm:spPr/>
      <dgm:t>
        <a:bodyPr/>
        <a:lstStyle/>
        <a:p>
          <a:endParaRPr lang="en-US" sz="1400">
            <a:solidFill>
              <a:schemeClr val="tx1"/>
            </a:solidFill>
          </a:endParaRPr>
        </a:p>
      </dgm:t>
    </dgm:pt>
    <dgm:pt modelId="{0ED01961-0DEE-4066-B4B2-51674BC156BD}" type="sibTrans" cxnId="{EED07A2F-7EA6-4D51-9082-0005AC855606}">
      <dgm:prSet/>
      <dgm:spPr/>
      <dgm:t>
        <a:bodyPr/>
        <a:lstStyle/>
        <a:p>
          <a:endParaRPr lang="en-US"/>
        </a:p>
      </dgm:t>
    </dgm:pt>
    <dgm:pt modelId="{B5E5D7C1-208D-4CB9-A5D7-DCB1919F623F}">
      <dgm:prSet phldrT="[Text]" phldr="0" custT="1"/>
      <dgm:spPr/>
      <dgm:t>
        <a:bodyPr spcFirstLastPara="0" vert="horz" wrap="square" lIns="8890" tIns="8890" rIns="8890" bIns="8890" numCol="1" spcCol="1270" anchor="ctr" anchorCtr="0"/>
        <a:lstStyle/>
        <a:p>
          <a:r>
            <a:rPr lang="en-US" sz="1400" kern="1200">
              <a:latin typeface="Calibri" panose="020F0502020204030204"/>
              <a:ea typeface="+mn-ea"/>
              <a:cs typeface="+mn-cs"/>
            </a:rPr>
            <a:t>prediction</a:t>
          </a:r>
          <a:endParaRPr lang="en-US" sz="1400" kern="1200" dirty="0">
            <a:latin typeface="Calibri" panose="020F0502020204030204"/>
            <a:ea typeface="+mn-ea"/>
            <a:cs typeface="+mn-cs"/>
          </a:endParaRPr>
        </a:p>
      </dgm:t>
    </dgm:pt>
    <dgm:pt modelId="{E29C1BCC-54A8-49A9-87F4-77AAC6227433}" type="parTrans" cxnId="{974206AF-E544-44F4-9F31-5590B0732A03}">
      <dgm:prSet/>
      <dgm:spPr/>
      <dgm:t>
        <a:bodyPr/>
        <a:lstStyle/>
        <a:p>
          <a:endParaRPr lang="en-US" sz="1400">
            <a:solidFill>
              <a:schemeClr val="tx1"/>
            </a:solidFill>
          </a:endParaRPr>
        </a:p>
      </dgm:t>
    </dgm:pt>
    <dgm:pt modelId="{F6E7489F-BE96-4EFC-975B-38E060DF1B9E}" type="sibTrans" cxnId="{974206AF-E544-44F4-9F31-5590B0732A03}">
      <dgm:prSet/>
      <dgm:spPr/>
      <dgm:t>
        <a:bodyPr/>
        <a:lstStyle/>
        <a:p>
          <a:endParaRPr lang="en-US"/>
        </a:p>
      </dgm:t>
    </dgm:pt>
    <dgm:pt modelId="{1FB5ED54-98EC-4C63-8B0C-D8A5992E301F}">
      <dgm:prSet phldrT="[Text]" phldr="0" custT="1"/>
      <dgm:spPr/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alibri" panose="020F0502020204030204"/>
              <a:ea typeface="+mn-ea"/>
              <a:cs typeface="+mn-cs"/>
            </a:rPr>
            <a:t>training</a:t>
          </a:r>
        </a:p>
      </dgm:t>
    </dgm:pt>
    <dgm:pt modelId="{EB45AC27-FF65-4B29-98B8-1AB67DA050A7}" type="parTrans" cxnId="{1FBF43EC-5A24-45B8-8F35-D9F13B35EDF8}">
      <dgm:prSet/>
      <dgm:spPr/>
      <dgm:t>
        <a:bodyPr/>
        <a:lstStyle/>
        <a:p>
          <a:endParaRPr lang="en-US" sz="1400">
            <a:solidFill>
              <a:schemeClr val="tx1"/>
            </a:solidFill>
          </a:endParaRPr>
        </a:p>
      </dgm:t>
    </dgm:pt>
    <dgm:pt modelId="{7913D974-BD14-43DE-9E3B-2E1DCB7BE3EA}" type="sibTrans" cxnId="{1FBF43EC-5A24-45B8-8F35-D9F13B35EDF8}">
      <dgm:prSet/>
      <dgm:spPr/>
      <dgm:t>
        <a:bodyPr/>
        <a:lstStyle/>
        <a:p>
          <a:endParaRPr lang="en-US"/>
        </a:p>
      </dgm:t>
    </dgm:pt>
    <dgm:pt modelId="{1B283C15-0958-4C89-AD7D-6CFE7316AED7}">
      <dgm:prSet phldrT="[Text]" phldr="0" custT="1"/>
      <dgm:spPr/>
      <dgm:t>
        <a:bodyPr spcFirstLastPara="0" vert="horz" wrap="square" lIns="8890" tIns="8890" rIns="8890" bIns="8890" numCol="1" spcCol="1270" anchor="ctr" anchorCtr="0"/>
        <a:lstStyle/>
        <a:p>
          <a:r>
            <a:rPr lang="en-US" sz="1400" kern="1200" dirty="0">
              <a:latin typeface="Calibri" panose="020F0502020204030204"/>
              <a:ea typeface="+mn-ea"/>
              <a:cs typeface="+mn-cs"/>
            </a:rPr>
            <a:t>Models</a:t>
          </a:r>
        </a:p>
      </dgm:t>
    </dgm:pt>
    <dgm:pt modelId="{7C7A321F-107B-48F7-B2D9-A6D5193BBED8}" type="parTrans" cxnId="{2ADDA214-21A7-4F83-B386-1D056BBAF91A}">
      <dgm:prSet/>
      <dgm:spPr/>
      <dgm:t>
        <a:bodyPr/>
        <a:lstStyle/>
        <a:p>
          <a:endParaRPr lang="en-US" sz="1400">
            <a:solidFill>
              <a:schemeClr val="tx1"/>
            </a:solidFill>
          </a:endParaRPr>
        </a:p>
      </dgm:t>
    </dgm:pt>
    <dgm:pt modelId="{C1916BE6-1607-4C64-804E-37BFD7AB1014}" type="sibTrans" cxnId="{2ADDA214-21A7-4F83-B386-1D056BBAF91A}">
      <dgm:prSet/>
      <dgm:spPr/>
      <dgm:t>
        <a:bodyPr/>
        <a:lstStyle/>
        <a:p>
          <a:endParaRPr lang="en-US"/>
        </a:p>
      </dgm:t>
    </dgm:pt>
    <dgm:pt modelId="{DA1E010C-8531-45AA-BF84-3A576B226C52}">
      <dgm:prSet phldrT="[Text]" phldr="0" custT="1"/>
      <dgm:spPr/>
      <dgm:t>
        <a:bodyPr spcFirstLastPara="0" vert="horz" wrap="square" lIns="8890" tIns="8890" rIns="8890" bIns="8890" numCol="1" spcCol="1270" anchor="ctr" anchorCtr="0"/>
        <a:lstStyle/>
        <a:p>
          <a:r>
            <a:rPr lang="en-US" sz="1400" kern="1200"/>
            <a:t>random_forest_</a:t>
          </a:r>
          <a:r>
            <a:rPr lang="en-US" sz="1400" kern="1200">
              <a:latin typeface="Calibri" panose="020F0502020204030204"/>
              <a:ea typeface="+mn-ea"/>
              <a:cs typeface="+mn-cs"/>
            </a:rPr>
            <a:t>flight</a:t>
          </a:r>
          <a:r>
            <a:rPr lang="en-US" sz="1400" kern="1200"/>
            <a:t>.pkl</a:t>
          </a:r>
          <a:endParaRPr lang="en-US" sz="1400" kern="1200" dirty="0"/>
        </a:p>
      </dgm:t>
    </dgm:pt>
    <dgm:pt modelId="{159F9535-7BC8-4EF2-B22C-BBDB2D67AAF7}" type="parTrans" cxnId="{8C192437-F51C-471C-9217-0BE89E9015C2}">
      <dgm:prSet/>
      <dgm:spPr/>
      <dgm:t>
        <a:bodyPr/>
        <a:lstStyle/>
        <a:p>
          <a:endParaRPr lang="en-US" sz="1400">
            <a:solidFill>
              <a:schemeClr val="tx1"/>
            </a:solidFill>
          </a:endParaRPr>
        </a:p>
      </dgm:t>
    </dgm:pt>
    <dgm:pt modelId="{C5A86906-D1C5-4864-9965-565EC6D4727F}" type="sibTrans" cxnId="{8C192437-F51C-471C-9217-0BE89E9015C2}">
      <dgm:prSet/>
      <dgm:spPr/>
      <dgm:t>
        <a:bodyPr/>
        <a:lstStyle/>
        <a:p>
          <a:endParaRPr lang="en-US"/>
        </a:p>
      </dgm:t>
    </dgm:pt>
    <dgm:pt modelId="{DEA5B9A7-A0A8-47B3-B020-D159BF383D87}">
      <dgm:prSet phldrT="[Text]" phldr="0" custT="1"/>
      <dgm:spPr/>
      <dgm:t>
        <a:bodyPr spcFirstLastPara="0" vert="horz" wrap="square" lIns="8890" tIns="8890" rIns="8890" bIns="8890" numCol="1" spcCol="1270" anchor="ctr" anchorCtr="0"/>
        <a:lstStyle/>
        <a:p>
          <a:r>
            <a:rPr lang="en-US" sz="1400" kern="1200">
              <a:latin typeface="Calibri" panose="020F0502020204030204"/>
              <a:ea typeface="+mn-ea"/>
              <a:cs typeface="+mn-cs"/>
            </a:rPr>
            <a:t>Docker-compose</a:t>
          </a:r>
          <a:r>
            <a:rPr lang="en-US" sz="1400" kern="1200"/>
            <a:t>.yml</a:t>
          </a:r>
          <a:endParaRPr lang="en-US" sz="1400" kern="1200" dirty="0"/>
        </a:p>
      </dgm:t>
    </dgm:pt>
    <dgm:pt modelId="{F7E4890F-A569-4544-95CE-C128961C9F85}" type="parTrans" cxnId="{A8779BA1-09DC-4767-ACB0-41A314D29978}">
      <dgm:prSet/>
      <dgm:spPr/>
      <dgm:t>
        <a:bodyPr/>
        <a:lstStyle/>
        <a:p>
          <a:endParaRPr lang="en-US" sz="1400">
            <a:solidFill>
              <a:schemeClr val="tx1"/>
            </a:solidFill>
          </a:endParaRPr>
        </a:p>
      </dgm:t>
    </dgm:pt>
    <dgm:pt modelId="{84F23C8A-1493-4832-B115-195D8A02914E}" type="sibTrans" cxnId="{A8779BA1-09DC-4767-ACB0-41A314D29978}">
      <dgm:prSet/>
      <dgm:spPr/>
      <dgm:t>
        <a:bodyPr/>
        <a:lstStyle/>
        <a:p>
          <a:endParaRPr lang="en-US"/>
        </a:p>
      </dgm:t>
    </dgm:pt>
    <dgm:pt modelId="{71543C7C-6D9E-4E2F-B164-6906F642F16C}">
      <dgm:prSet phldrT="[Text]" phldr="0" custT="1"/>
      <dgm:spPr/>
      <dgm:t>
        <a:bodyPr spcFirstLastPara="0" vert="horz" wrap="square" lIns="8890" tIns="8890" rIns="8890" bIns="8890" numCol="1" spcCol="1270" anchor="ctr" anchorCtr="0"/>
        <a:lstStyle/>
        <a:p>
          <a:r>
            <a:rPr lang="en-US" sz="1400" kern="1200">
              <a:latin typeface="Calibri" panose="020F0502020204030204"/>
              <a:ea typeface="+mn-ea"/>
              <a:cs typeface="+mn-cs"/>
            </a:rPr>
            <a:t>Dockerfile</a:t>
          </a:r>
          <a:r>
            <a:rPr lang="en-US" sz="1400" kern="1200"/>
            <a:t>.api</a:t>
          </a:r>
          <a:endParaRPr lang="en-US" sz="1400" kern="1200" dirty="0"/>
        </a:p>
      </dgm:t>
    </dgm:pt>
    <dgm:pt modelId="{7DEE57C8-EEF8-480C-B683-71AD79915FE5}" type="parTrans" cxnId="{4DDA912C-84A7-4708-85F2-4E62996C88FD}">
      <dgm:prSet/>
      <dgm:spPr/>
      <dgm:t>
        <a:bodyPr/>
        <a:lstStyle/>
        <a:p>
          <a:endParaRPr lang="en-US" sz="1400">
            <a:solidFill>
              <a:schemeClr val="tx1"/>
            </a:solidFill>
          </a:endParaRPr>
        </a:p>
      </dgm:t>
    </dgm:pt>
    <dgm:pt modelId="{00CE070A-D1DE-4D62-AEC9-6AD0156117DE}" type="sibTrans" cxnId="{4DDA912C-84A7-4708-85F2-4E62996C88FD}">
      <dgm:prSet/>
      <dgm:spPr/>
      <dgm:t>
        <a:bodyPr/>
        <a:lstStyle/>
        <a:p>
          <a:endParaRPr lang="en-US"/>
        </a:p>
      </dgm:t>
    </dgm:pt>
    <dgm:pt modelId="{B5FAF3F3-D812-4F1A-AC29-6DDA1D98E8DE}">
      <dgm:prSet phldrT="[Text]" phldr="0" custT="1"/>
      <dgm:spPr/>
      <dgm:t>
        <a:bodyPr spcFirstLastPara="0" vert="horz" wrap="square" lIns="8890" tIns="8890" rIns="8890" bIns="8890" numCol="1" spcCol="1270" anchor="ctr" anchorCtr="0"/>
        <a:lstStyle/>
        <a:p>
          <a:r>
            <a:rPr lang="en-US" sz="1400" kern="1200" dirty="0" err="1"/>
            <a:t>Dockerfile.</a:t>
          </a:r>
          <a:r>
            <a:rPr lang="en-US" sz="1400" kern="1200" dirty="0" err="1">
              <a:latin typeface="Calibri" panose="020F0502020204030204"/>
              <a:ea typeface="+mn-ea"/>
              <a:cs typeface="+mn-cs"/>
            </a:rPr>
            <a:t>streamlit</a:t>
          </a:r>
          <a:endParaRPr lang="en-US" sz="1400" kern="1200" dirty="0">
            <a:latin typeface="Calibri" panose="020F0502020204030204"/>
            <a:ea typeface="+mn-ea"/>
            <a:cs typeface="+mn-cs"/>
          </a:endParaRPr>
        </a:p>
      </dgm:t>
    </dgm:pt>
    <dgm:pt modelId="{D66F7A53-200C-4B6C-9BDE-54DEB520658F}" type="parTrans" cxnId="{03EDA721-7A2C-4231-B599-D276E3EFA3D7}">
      <dgm:prSet/>
      <dgm:spPr/>
      <dgm:t>
        <a:bodyPr/>
        <a:lstStyle/>
        <a:p>
          <a:endParaRPr lang="en-US" sz="1400">
            <a:solidFill>
              <a:schemeClr val="tx1"/>
            </a:solidFill>
          </a:endParaRPr>
        </a:p>
      </dgm:t>
    </dgm:pt>
    <dgm:pt modelId="{F9D76B49-B858-4603-A551-E9158696A7A0}" type="sibTrans" cxnId="{03EDA721-7A2C-4231-B599-D276E3EFA3D7}">
      <dgm:prSet/>
      <dgm:spPr/>
      <dgm:t>
        <a:bodyPr/>
        <a:lstStyle/>
        <a:p>
          <a:endParaRPr lang="en-US"/>
        </a:p>
      </dgm:t>
    </dgm:pt>
    <dgm:pt modelId="{82565377-B151-486B-85A6-8F6BD181B817}">
      <dgm:prSet phldrT="[Text]" phldr="0" custT="1"/>
      <dgm:spPr/>
      <dgm:t>
        <a:bodyPr spcFirstLastPara="0" vert="horz" wrap="square" lIns="8890" tIns="8890" rIns="8890" bIns="8890" numCol="1" spcCol="1270" anchor="ctr" anchorCtr="0"/>
        <a:lstStyle/>
        <a:p>
          <a:r>
            <a:rPr lang="en-US" sz="1400" kern="1200">
              <a:latin typeface="Calibri" panose="020F0502020204030204"/>
              <a:ea typeface="+mn-ea"/>
              <a:cs typeface="+mn-cs"/>
            </a:rPr>
            <a:t>Requirements</a:t>
          </a:r>
          <a:r>
            <a:rPr lang="en-US" sz="1400" kern="1200"/>
            <a:t>.txt</a:t>
          </a:r>
          <a:endParaRPr lang="en-US" sz="1400" kern="1200" dirty="0"/>
        </a:p>
      </dgm:t>
    </dgm:pt>
    <dgm:pt modelId="{00133F3A-5ED9-4D8F-BD68-7E6C958C077D}" type="parTrans" cxnId="{3483C29A-6A3C-44F3-B272-9BA0161AE141}">
      <dgm:prSet/>
      <dgm:spPr/>
      <dgm:t>
        <a:bodyPr/>
        <a:lstStyle/>
        <a:p>
          <a:endParaRPr lang="en-US" sz="1400">
            <a:solidFill>
              <a:schemeClr val="tx1"/>
            </a:solidFill>
          </a:endParaRPr>
        </a:p>
      </dgm:t>
    </dgm:pt>
    <dgm:pt modelId="{51A253D6-C0A2-4590-A543-9CA4B2C320C2}" type="sibTrans" cxnId="{3483C29A-6A3C-44F3-B272-9BA0161AE141}">
      <dgm:prSet/>
      <dgm:spPr/>
      <dgm:t>
        <a:bodyPr/>
        <a:lstStyle/>
        <a:p>
          <a:endParaRPr lang="en-US"/>
        </a:p>
      </dgm:t>
    </dgm:pt>
    <dgm:pt modelId="{9250EC5A-3516-42D3-8410-CF902D9E9074}">
      <dgm:prSet phldrT="[Text]" phldr="0" custT="1"/>
      <dgm:spPr/>
      <dgm:t>
        <a:bodyPr spcFirstLastPara="0" vert="horz" wrap="square" lIns="8890" tIns="8890" rIns="8890" bIns="8890" numCol="1" spcCol="1270" anchor="ctr" anchorCtr="0"/>
        <a:lstStyle/>
        <a:p>
          <a:r>
            <a:rPr lang="en-US" sz="1400" kern="1200"/>
            <a:t>data</a:t>
          </a:r>
          <a:endParaRPr lang="en-US" sz="1400" kern="1200" dirty="0"/>
        </a:p>
      </dgm:t>
    </dgm:pt>
    <dgm:pt modelId="{A577AF6B-DBA8-4041-8341-34ECA35C46DE}" type="parTrans" cxnId="{6AEE6C5F-BEDA-45DB-B205-A9FF19C860A1}">
      <dgm:prSet/>
      <dgm:spPr/>
      <dgm:t>
        <a:bodyPr/>
        <a:lstStyle/>
        <a:p>
          <a:endParaRPr lang="en-US"/>
        </a:p>
      </dgm:t>
    </dgm:pt>
    <dgm:pt modelId="{48A7186B-0E70-47B2-8509-BD6CF204FAA7}" type="sibTrans" cxnId="{6AEE6C5F-BEDA-45DB-B205-A9FF19C860A1}">
      <dgm:prSet/>
      <dgm:spPr/>
      <dgm:t>
        <a:bodyPr/>
        <a:lstStyle/>
        <a:p>
          <a:endParaRPr lang="en-US"/>
        </a:p>
      </dgm:t>
    </dgm:pt>
    <dgm:pt modelId="{24C1193D-A08C-46B4-8CDC-13F4C94C963F}">
      <dgm:prSet phldrT="[Text]" phldr="0" custT="1"/>
      <dgm:spPr/>
      <dgm:t>
        <a:bodyPr spcFirstLastPara="0" vert="horz" wrap="square" lIns="8890" tIns="8890" rIns="8890" bIns="8890" numCol="1" spcCol="1270" anchor="ctr" anchorCtr="0"/>
        <a:lstStyle/>
        <a:p>
          <a:r>
            <a:rPr lang="en-US" sz="1400" kern="1200"/>
            <a:t>raw</a:t>
          </a:r>
          <a:endParaRPr lang="en-US" sz="1400" kern="1200" dirty="0"/>
        </a:p>
      </dgm:t>
    </dgm:pt>
    <dgm:pt modelId="{C2F3767B-55A0-40A5-BF8B-CAAB59003498}" type="parTrans" cxnId="{240A64C0-0227-4EC5-A344-92198BCC72F8}">
      <dgm:prSet/>
      <dgm:spPr/>
      <dgm:t>
        <a:bodyPr/>
        <a:lstStyle/>
        <a:p>
          <a:endParaRPr lang="en-US"/>
        </a:p>
      </dgm:t>
    </dgm:pt>
    <dgm:pt modelId="{FAFD2040-E89A-4F57-B30D-FFFAE67267F5}" type="sibTrans" cxnId="{240A64C0-0227-4EC5-A344-92198BCC72F8}">
      <dgm:prSet/>
      <dgm:spPr/>
      <dgm:t>
        <a:bodyPr/>
        <a:lstStyle/>
        <a:p>
          <a:endParaRPr lang="en-US"/>
        </a:p>
      </dgm:t>
    </dgm:pt>
    <dgm:pt modelId="{153BC38E-9ACC-434D-9F7B-3B021AFB7AB5}">
      <dgm:prSet phldrT="[Text]" phldr="0" custT="1"/>
      <dgm:spPr/>
      <dgm:t>
        <a:bodyPr spcFirstLastPara="0" vert="horz" wrap="square" lIns="8890" tIns="8890" rIns="8890" bIns="8890" numCol="1" spcCol="1270" anchor="ctr" anchorCtr="0"/>
        <a:lstStyle/>
        <a:p>
          <a:r>
            <a:rPr lang="en-US" sz="1400" kern="1200"/>
            <a:t>wrangled</a:t>
          </a:r>
          <a:endParaRPr lang="en-US" sz="1400" kern="1200" dirty="0"/>
        </a:p>
      </dgm:t>
    </dgm:pt>
    <dgm:pt modelId="{50040954-27CF-40D1-839C-04C0FD52D95C}" type="parTrans" cxnId="{FFF53C41-AAA9-49FB-AE22-840F1E3DF906}">
      <dgm:prSet/>
      <dgm:spPr/>
      <dgm:t>
        <a:bodyPr/>
        <a:lstStyle/>
        <a:p>
          <a:endParaRPr lang="en-US"/>
        </a:p>
      </dgm:t>
    </dgm:pt>
    <dgm:pt modelId="{3FF0AD37-3325-4EAE-82D2-3284801C640C}" type="sibTrans" cxnId="{FFF53C41-AAA9-49FB-AE22-840F1E3DF906}">
      <dgm:prSet/>
      <dgm:spPr/>
      <dgm:t>
        <a:bodyPr/>
        <a:lstStyle/>
        <a:p>
          <a:endParaRPr lang="en-US"/>
        </a:p>
      </dgm:t>
    </dgm:pt>
    <dgm:pt modelId="{D611D5C1-7D3D-4BC0-B2D3-3521FF08866E}">
      <dgm:prSet phldrT="[Text]" phldr="0" custT="1"/>
      <dgm:spPr/>
      <dgm:t>
        <a:bodyPr spcFirstLastPara="0" vert="horz" wrap="square" lIns="8890" tIns="8890" rIns="8890" bIns="8890" numCol="1" spcCol="1270" anchor="ctr" anchorCtr="0"/>
        <a:lstStyle/>
        <a:p>
          <a:r>
            <a:rPr lang="en-US" sz="1400" kern="1200"/>
            <a:t>processsed</a:t>
          </a:r>
          <a:endParaRPr lang="en-US" sz="1400" kern="1200" dirty="0"/>
        </a:p>
      </dgm:t>
    </dgm:pt>
    <dgm:pt modelId="{FBC07BED-0534-4299-9F24-65C2F1E12719}" type="parTrans" cxnId="{00F9BB39-4E41-438B-BB82-358C3FF1E8FD}">
      <dgm:prSet/>
      <dgm:spPr/>
      <dgm:t>
        <a:bodyPr/>
        <a:lstStyle/>
        <a:p>
          <a:endParaRPr lang="en-US"/>
        </a:p>
      </dgm:t>
    </dgm:pt>
    <dgm:pt modelId="{181AE3AE-3408-463E-9E6E-3E996FC5DE71}" type="sibTrans" cxnId="{00F9BB39-4E41-438B-BB82-358C3FF1E8FD}">
      <dgm:prSet/>
      <dgm:spPr/>
      <dgm:t>
        <a:bodyPr/>
        <a:lstStyle/>
        <a:p>
          <a:endParaRPr lang="en-US"/>
        </a:p>
      </dgm:t>
    </dgm:pt>
    <dgm:pt modelId="{A7DFAF0A-7809-4E01-8ABE-B59E1E8C915A}">
      <dgm:prSet phldrT="[Text]" phldr="0" custT="1"/>
      <dgm:spPr/>
      <dgm:t>
        <a:bodyPr spcFirstLastPara="0" vert="horz" wrap="square" lIns="8890" tIns="8890" rIns="8890" bIns="8890" numCol="1" spcCol="1270" anchor="ctr" anchorCtr="0"/>
        <a:lstStyle/>
        <a:p>
          <a:r>
            <a:rPr lang="en-US" sz="1400" kern="1200"/>
            <a:t>features</a:t>
          </a:r>
          <a:endParaRPr lang="en-US" sz="1400" kern="1200" dirty="0"/>
        </a:p>
      </dgm:t>
    </dgm:pt>
    <dgm:pt modelId="{A17DD8FA-CDCF-4C3F-A346-0D95148DD6B8}" type="parTrans" cxnId="{4DB9F713-2CE9-48CE-B28A-315D2C1EC065}">
      <dgm:prSet/>
      <dgm:spPr/>
      <dgm:t>
        <a:bodyPr/>
        <a:lstStyle/>
        <a:p>
          <a:endParaRPr lang="en-US"/>
        </a:p>
      </dgm:t>
    </dgm:pt>
    <dgm:pt modelId="{41C3DF36-D1DC-419C-8C82-0162C4571C78}" type="sibTrans" cxnId="{4DB9F713-2CE9-48CE-B28A-315D2C1EC065}">
      <dgm:prSet/>
      <dgm:spPr/>
      <dgm:t>
        <a:bodyPr/>
        <a:lstStyle/>
        <a:p>
          <a:endParaRPr lang="en-US"/>
        </a:p>
      </dgm:t>
    </dgm:pt>
    <dgm:pt modelId="{AB6FDA13-D672-4C7B-A92D-5A6947CF79ED}" type="pres">
      <dgm:prSet presAssocID="{D35E1D83-50BD-4C33-9C8D-17482BF1F5B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386C9F3-6A9F-4495-8156-9C8A98DF4312}" type="pres">
      <dgm:prSet presAssocID="{23527279-5E57-464B-BEA1-E13AA95770DE}" presName="hierRoot1" presStyleCnt="0">
        <dgm:presLayoutVars>
          <dgm:hierBranch val="init"/>
        </dgm:presLayoutVars>
      </dgm:prSet>
      <dgm:spPr/>
    </dgm:pt>
    <dgm:pt modelId="{636483A3-4C86-4E69-8072-C3809192071A}" type="pres">
      <dgm:prSet presAssocID="{23527279-5E57-464B-BEA1-E13AA95770DE}" presName="rootComposite1" presStyleCnt="0"/>
      <dgm:spPr/>
    </dgm:pt>
    <dgm:pt modelId="{37031146-0F21-4810-A98A-00F2A5CF363C}" type="pres">
      <dgm:prSet presAssocID="{23527279-5E57-464B-BEA1-E13AA95770DE}" presName="rootText1" presStyleLbl="node0" presStyleIdx="0" presStyleCnt="1" custScaleX="148679">
        <dgm:presLayoutVars>
          <dgm:chPref val="3"/>
        </dgm:presLayoutVars>
      </dgm:prSet>
      <dgm:spPr/>
    </dgm:pt>
    <dgm:pt modelId="{B8BBE31A-FC74-4217-AB15-849A9DF9B498}" type="pres">
      <dgm:prSet presAssocID="{23527279-5E57-464B-BEA1-E13AA95770DE}" presName="rootConnector1" presStyleLbl="node1" presStyleIdx="0" presStyleCnt="0"/>
      <dgm:spPr/>
    </dgm:pt>
    <dgm:pt modelId="{53864CA9-F33B-4987-9757-75CB598BA7F6}" type="pres">
      <dgm:prSet presAssocID="{23527279-5E57-464B-BEA1-E13AA95770DE}" presName="hierChild2" presStyleCnt="0"/>
      <dgm:spPr/>
    </dgm:pt>
    <dgm:pt modelId="{15F149B1-ECB1-491E-8AFF-F61640ECF406}" type="pres">
      <dgm:prSet presAssocID="{5B3162C0-4783-4023-83F3-3810FDEC36F0}" presName="Name37" presStyleLbl="parChTrans1D2" presStyleIdx="0" presStyleCnt="9" custSzX="6146455"/>
      <dgm:spPr/>
    </dgm:pt>
    <dgm:pt modelId="{C5749F90-1690-4278-AF8B-72433AD81E16}" type="pres">
      <dgm:prSet presAssocID="{E95D3C53-910C-463E-8B79-787FA0E3292B}" presName="hierRoot2" presStyleCnt="0">
        <dgm:presLayoutVars>
          <dgm:hierBranch val="init"/>
        </dgm:presLayoutVars>
      </dgm:prSet>
      <dgm:spPr/>
    </dgm:pt>
    <dgm:pt modelId="{7B833A36-C812-47E9-B63C-55E6CCED8667}" type="pres">
      <dgm:prSet presAssocID="{E95D3C53-910C-463E-8B79-787FA0E3292B}" presName="rootComposite" presStyleCnt="0"/>
      <dgm:spPr/>
    </dgm:pt>
    <dgm:pt modelId="{211132D9-824B-4DF2-8C35-BDF3EC1B9329}" type="pres">
      <dgm:prSet presAssocID="{E95D3C53-910C-463E-8B79-787FA0E3292B}" presName="rootText" presStyleLbl="node2" presStyleIdx="0" presStyleCnt="9" custScaleX="148679">
        <dgm:presLayoutVars>
          <dgm:chPref val="3"/>
        </dgm:presLayoutVars>
      </dgm:prSet>
      <dgm:spPr/>
    </dgm:pt>
    <dgm:pt modelId="{87CB7D90-6346-40A8-BC81-1E7365EEFED1}" type="pres">
      <dgm:prSet presAssocID="{E95D3C53-910C-463E-8B79-787FA0E3292B}" presName="rootConnector" presStyleLbl="node2" presStyleIdx="0" presStyleCnt="9"/>
      <dgm:spPr/>
    </dgm:pt>
    <dgm:pt modelId="{858DA4D5-428E-473B-8756-3518B6CF2FF0}" type="pres">
      <dgm:prSet presAssocID="{E95D3C53-910C-463E-8B79-787FA0E3292B}" presName="hierChild4" presStyleCnt="0"/>
      <dgm:spPr/>
    </dgm:pt>
    <dgm:pt modelId="{6F05974A-C8A7-409A-B974-9D5BC930F1A0}" type="pres">
      <dgm:prSet presAssocID="{04F0DBD6-DB16-41A8-948C-EB42254FA623}" presName="Name37" presStyleLbl="parChTrans1D3" presStyleIdx="0" presStyleCnt="13" custSzX="190489"/>
      <dgm:spPr/>
    </dgm:pt>
    <dgm:pt modelId="{BDD71956-229A-4B35-B5AB-B078F0A1D5E7}" type="pres">
      <dgm:prSet presAssocID="{BE39898A-3164-4C7A-A88A-46F1DD0EF01D}" presName="hierRoot2" presStyleCnt="0">
        <dgm:presLayoutVars>
          <dgm:hierBranch val="init"/>
        </dgm:presLayoutVars>
      </dgm:prSet>
      <dgm:spPr/>
    </dgm:pt>
    <dgm:pt modelId="{8D4EA48E-21EB-4BC6-A039-4DAC20578294}" type="pres">
      <dgm:prSet presAssocID="{BE39898A-3164-4C7A-A88A-46F1DD0EF01D}" presName="rootComposite" presStyleCnt="0"/>
      <dgm:spPr/>
    </dgm:pt>
    <dgm:pt modelId="{726DF427-955E-473A-BD7C-E701474CE629}" type="pres">
      <dgm:prSet presAssocID="{BE39898A-3164-4C7A-A88A-46F1DD0EF01D}" presName="rootText" presStyleLbl="node3" presStyleIdx="0" presStyleCnt="13" custScaleX="148679">
        <dgm:presLayoutVars>
          <dgm:chPref val="3"/>
        </dgm:presLayoutVars>
      </dgm:prSet>
      <dgm:spPr/>
    </dgm:pt>
    <dgm:pt modelId="{5138EEBA-F2FF-4670-A70E-52CFD970E654}" type="pres">
      <dgm:prSet presAssocID="{BE39898A-3164-4C7A-A88A-46F1DD0EF01D}" presName="rootConnector" presStyleLbl="node3" presStyleIdx="0" presStyleCnt="13"/>
      <dgm:spPr/>
    </dgm:pt>
    <dgm:pt modelId="{764A8F9A-73E7-4F63-827A-AB6475967462}" type="pres">
      <dgm:prSet presAssocID="{BE39898A-3164-4C7A-A88A-46F1DD0EF01D}" presName="hierChild4" presStyleCnt="0"/>
      <dgm:spPr/>
    </dgm:pt>
    <dgm:pt modelId="{21990790-A8D1-4C5C-8065-1212DFCC76C8}" type="pres">
      <dgm:prSet presAssocID="{BE39898A-3164-4C7A-A88A-46F1DD0EF01D}" presName="hierChild5" presStyleCnt="0"/>
      <dgm:spPr/>
    </dgm:pt>
    <dgm:pt modelId="{1CA3FFD4-5509-4A16-8658-F77E1F35C500}" type="pres">
      <dgm:prSet presAssocID="{E95D3C53-910C-463E-8B79-787FA0E3292B}" presName="hierChild5" presStyleCnt="0"/>
      <dgm:spPr/>
    </dgm:pt>
    <dgm:pt modelId="{72A8D481-84B8-4D9E-A951-867736830116}" type="pres">
      <dgm:prSet presAssocID="{8F7EE31D-3BE2-4F1D-9AF0-2200235CADAB}" presName="Name37" presStyleLbl="parChTrans1D2" presStyleIdx="1" presStyleCnt="9" custSzX="4609841"/>
      <dgm:spPr/>
    </dgm:pt>
    <dgm:pt modelId="{6AA4B68D-46CF-474B-AA74-788C41EFC364}" type="pres">
      <dgm:prSet presAssocID="{DA0A16A3-2A9C-45B9-A463-624968C7999F}" presName="hierRoot2" presStyleCnt="0">
        <dgm:presLayoutVars>
          <dgm:hierBranch val="init"/>
        </dgm:presLayoutVars>
      </dgm:prSet>
      <dgm:spPr/>
    </dgm:pt>
    <dgm:pt modelId="{835C80E6-B6F7-4D30-8450-7C3FAF092CFD}" type="pres">
      <dgm:prSet presAssocID="{DA0A16A3-2A9C-45B9-A463-624968C7999F}" presName="rootComposite" presStyleCnt="0"/>
      <dgm:spPr/>
    </dgm:pt>
    <dgm:pt modelId="{B4B8BE46-11D7-4665-82E1-E47E30B99B41}" type="pres">
      <dgm:prSet presAssocID="{DA0A16A3-2A9C-45B9-A463-624968C7999F}" presName="rootText" presStyleLbl="node2" presStyleIdx="1" presStyleCnt="9" custScaleX="148679">
        <dgm:presLayoutVars>
          <dgm:chPref val="3"/>
        </dgm:presLayoutVars>
      </dgm:prSet>
      <dgm:spPr/>
    </dgm:pt>
    <dgm:pt modelId="{B9577189-0D75-4568-9FD4-BD32BE24BD7D}" type="pres">
      <dgm:prSet presAssocID="{DA0A16A3-2A9C-45B9-A463-624968C7999F}" presName="rootConnector" presStyleLbl="node2" presStyleIdx="1" presStyleCnt="9"/>
      <dgm:spPr/>
    </dgm:pt>
    <dgm:pt modelId="{5C3DB673-56C0-4418-8088-1D237B4B94AC}" type="pres">
      <dgm:prSet presAssocID="{DA0A16A3-2A9C-45B9-A463-624968C7999F}" presName="hierChild4" presStyleCnt="0"/>
      <dgm:spPr/>
    </dgm:pt>
    <dgm:pt modelId="{6FC2A639-6440-4378-A182-FDC42B1F74EE}" type="pres">
      <dgm:prSet presAssocID="{E61911E8-EBF8-4D90-85D2-6D313012E6E8}" presName="Name37" presStyleLbl="parChTrans1D3" presStyleIdx="1" presStyleCnt="13" custSzX="190489"/>
      <dgm:spPr/>
    </dgm:pt>
    <dgm:pt modelId="{462AEC4D-9E4B-4AE1-B686-E2324256ECA9}" type="pres">
      <dgm:prSet presAssocID="{FF5CE3B1-8012-4703-BBE7-225F70CC1127}" presName="hierRoot2" presStyleCnt="0">
        <dgm:presLayoutVars>
          <dgm:hierBranch val="init"/>
        </dgm:presLayoutVars>
      </dgm:prSet>
      <dgm:spPr/>
    </dgm:pt>
    <dgm:pt modelId="{F6FDA369-030D-41D7-922F-D6E3FADBCA19}" type="pres">
      <dgm:prSet presAssocID="{FF5CE3B1-8012-4703-BBE7-225F70CC1127}" presName="rootComposite" presStyleCnt="0"/>
      <dgm:spPr/>
    </dgm:pt>
    <dgm:pt modelId="{6E7499A7-DEC5-427C-BB68-D28CAA48DED4}" type="pres">
      <dgm:prSet presAssocID="{FF5CE3B1-8012-4703-BBE7-225F70CC1127}" presName="rootText" presStyleLbl="node3" presStyleIdx="1" presStyleCnt="13" custScaleX="148679">
        <dgm:presLayoutVars>
          <dgm:chPref val="3"/>
        </dgm:presLayoutVars>
      </dgm:prSet>
      <dgm:spPr/>
    </dgm:pt>
    <dgm:pt modelId="{ABCA8F68-E12C-4721-9014-B19E942D0FC1}" type="pres">
      <dgm:prSet presAssocID="{FF5CE3B1-8012-4703-BBE7-225F70CC1127}" presName="rootConnector" presStyleLbl="node3" presStyleIdx="1" presStyleCnt="13"/>
      <dgm:spPr/>
    </dgm:pt>
    <dgm:pt modelId="{E9DC7C3B-990D-4CAA-8276-789B46176085}" type="pres">
      <dgm:prSet presAssocID="{FF5CE3B1-8012-4703-BBE7-225F70CC1127}" presName="hierChild4" presStyleCnt="0"/>
      <dgm:spPr/>
    </dgm:pt>
    <dgm:pt modelId="{A2031D26-D024-4A3B-AB9C-3383D45BC301}" type="pres">
      <dgm:prSet presAssocID="{FF5CE3B1-8012-4703-BBE7-225F70CC1127}" presName="hierChild5" presStyleCnt="0"/>
      <dgm:spPr/>
    </dgm:pt>
    <dgm:pt modelId="{CC2B28C1-AF37-403C-9300-672D6DB0D1D8}" type="pres">
      <dgm:prSet presAssocID="{DA0A16A3-2A9C-45B9-A463-624968C7999F}" presName="hierChild5" presStyleCnt="0"/>
      <dgm:spPr/>
    </dgm:pt>
    <dgm:pt modelId="{E4612146-DCF3-4689-A975-4E4C882F0AF6}" type="pres">
      <dgm:prSet presAssocID="{A577AF6B-DBA8-4041-8341-34ECA35C46DE}" presName="Name37" presStyleLbl="parChTrans1D2" presStyleIdx="2" presStyleCnt="9" custSzX="3073227"/>
      <dgm:spPr/>
    </dgm:pt>
    <dgm:pt modelId="{7821A299-1F83-414A-94C4-36E2A3C7409C}" type="pres">
      <dgm:prSet presAssocID="{9250EC5A-3516-42D3-8410-CF902D9E9074}" presName="hierRoot2" presStyleCnt="0">
        <dgm:presLayoutVars>
          <dgm:hierBranch val="init"/>
        </dgm:presLayoutVars>
      </dgm:prSet>
      <dgm:spPr/>
    </dgm:pt>
    <dgm:pt modelId="{99494DD5-4DB0-4FCA-A6E1-999D073DCE5E}" type="pres">
      <dgm:prSet presAssocID="{9250EC5A-3516-42D3-8410-CF902D9E9074}" presName="rootComposite" presStyleCnt="0"/>
      <dgm:spPr/>
    </dgm:pt>
    <dgm:pt modelId="{5BFF35C5-10DF-4DD6-8ADB-4CB699913764}" type="pres">
      <dgm:prSet presAssocID="{9250EC5A-3516-42D3-8410-CF902D9E9074}" presName="rootText" presStyleLbl="node2" presStyleIdx="2" presStyleCnt="9" custScaleX="148679">
        <dgm:presLayoutVars>
          <dgm:chPref val="3"/>
        </dgm:presLayoutVars>
      </dgm:prSet>
      <dgm:spPr/>
    </dgm:pt>
    <dgm:pt modelId="{A4E5419C-F681-4AA5-BA3E-6F27626655BA}" type="pres">
      <dgm:prSet presAssocID="{9250EC5A-3516-42D3-8410-CF902D9E9074}" presName="rootConnector" presStyleLbl="node2" presStyleIdx="2" presStyleCnt="9"/>
      <dgm:spPr/>
    </dgm:pt>
    <dgm:pt modelId="{653451BE-29F4-47C2-BE46-0A2E27E8D562}" type="pres">
      <dgm:prSet presAssocID="{9250EC5A-3516-42D3-8410-CF902D9E9074}" presName="hierChild4" presStyleCnt="0"/>
      <dgm:spPr/>
    </dgm:pt>
    <dgm:pt modelId="{9DAD713C-C6EB-4E08-93E8-29C1CD0848AE}" type="pres">
      <dgm:prSet presAssocID="{C2F3767B-55A0-40A5-BF8B-CAAB59003498}" presName="Name37" presStyleLbl="parChTrans1D3" presStyleIdx="2" presStyleCnt="13" custSzX="190489"/>
      <dgm:spPr/>
    </dgm:pt>
    <dgm:pt modelId="{60DE9B05-DA9C-4689-80EE-B1FD0BD09834}" type="pres">
      <dgm:prSet presAssocID="{24C1193D-A08C-46B4-8CDC-13F4C94C963F}" presName="hierRoot2" presStyleCnt="0">
        <dgm:presLayoutVars>
          <dgm:hierBranch val="init"/>
        </dgm:presLayoutVars>
      </dgm:prSet>
      <dgm:spPr/>
    </dgm:pt>
    <dgm:pt modelId="{BD1559C7-DC87-4020-90CD-9CA7A2FD5778}" type="pres">
      <dgm:prSet presAssocID="{24C1193D-A08C-46B4-8CDC-13F4C94C963F}" presName="rootComposite" presStyleCnt="0"/>
      <dgm:spPr/>
    </dgm:pt>
    <dgm:pt modelId="{1E22716F-C0AA-429B-A078-D55CF1C55E33}" type="pres">
      <dgm:prSet presAssocID="{24C1193D-A08C-46B4-8CDC-13F4C94C963F}" presName="rootText" presStyleLbl="node3" presStyleIdx="2" presStyleCnt="13" custScaleX="148679">
        <dgm:presLayoutVars>
          <dgm:chPref val="3"/>
        </dgm:presLayoutVars>
      </dgm:prSet>
      <dgm:spPr/>
    </dgm:pt>
    <dgm:pt modelId="{F3B76B8F-1DB8-46CC-8E6C-CAE4EBB2C512}" type="pres">
      <dgm:prSet presAssocID="{24C1193D-A08C-46B4-8CDC-13F4C94C963F}" presName="rootConnector" presStyleLbl="node3" presStyleIdx="2" presStyleCnt="13"/>
      <dgm:spPr/>
    </dgm:pt>
    <dgm:pt modelId="{3DAF862D-20AF-41E3-B5EE-1CB572C87EC4}" type="pres">
      <dgm:prSet presAssocID="{24C1193D-A08C-46B4-8CDC-13F4C94C963F}" presName="hierChild4" presStyleCnt="0"/>
      <dgm:spPr/>
    </dgm:pt>
    <dgm:pt modelId="{9E2F76B3-B0AB-4F72-8053-0507C89637A9}" type="pres">
      <dgm:prSet presAssocID="{24C1193D-A08C-46B4-8CDC-13F4C94C963F}" presName="hierChild5" presStyleCnt="0"/>
      <dgm:spPr/>
    </dgm:pt>
    <dgm:pt modelId="{EC1C5FED-4E5C-4DEB-991C-5C41560EDB3F}" type="pres">
      <dgm:prSet presAssocID="{50040954-27CF-40D1-839C-04C0FD52D95C}" presName="Name37" presStyleLbl="parChTrans1D3" presStyleIdx="3" presStyleCnt="13" custSzX="190489"/>
      <dgm:spPr/>
    </dgm:pt>
    <dgm:pt modelId="{DB7BF7F5-A309-43C9-A0BA-8A86A2969DA8}" type="pres">
      <dgm:prSet presAssocID="{153BC38E-9ACC-434D-9F7B-3B021AFB7AB5}" presName="hierRoot2" presStyleCnt="0">
        <dgm:presLayoutVars>
          <dgm:hierBranch val="init"/>
        </dgm:presLayoutVars>
      </dgm:prSet>
      <dgm:spPr/>
    </dgm:pt>
    <dgm:pt modelId="{72914681-23D5-474C-897C-D33E1EFD409E}" type="pres">
      <dgm:prSet presAssocID="{153BC38E-9ACC-434D-9F7B-3B021AFB7AB5}" presName="rootComposite" presStyleCnt="0"/>
      <dgm:spPr/>
    </dgm:pt>
    <dgm:pt modelId="{C38A6401-AB96-4923-AE3B-FBB063E6A09C}" type="pres">
      <dgm:prSet presAssocID="{153BC38E-9ACC-434D-9F7B-3B021AFB7AB5}" presName="rootText" presStyleLbl="node3" presStyleIdx="3" presStyleCnt="13" custScaleX="148679">
        <dgm:presLayoutVars>
          <dgm:chPref val="3"/>
        </dgm:presLayoutVars>
      </dgm:prSet>
      <dgm:spPr/>
    </dgm:pt>
    <dgm:pt modelId="{7D18765B-2F89-4EF8-ADAA-01C283AEDE85}" type="pres">
      <dgm:prSet presAssocID="{153BC38E-9ACC-434D-9F7B-3B021AFB7AB5}" presName="rootConnector" presStyleLbl="node3" presStyleIdx="3" presStyleCnt="13"/>
      <dgm:spPr/>
    </dgm:pt>
    <dgm:pt modelId="{975EDE71-6BA9-4175-B980-D83DEB188E50}" type="pres">
      <dgm:prSet presAssocID="{153BC38E-9ACC-434D-9F7B-3B021AFB7AB5}" presName="hierChild4" presStyleCnt="0"/>
      <dgm:spPr/>
    </dgm:pt>
    <dgm:pt modelId="{A1DCFA73-190A-44DE-9FD8-0D45A6EA5D29}" type="pres">
      <dgm:prSet presAssocID="{153BC38E-9ACC-434D-9F7B-3B021AFB7AB5}" presName="hierChild5" presStyleCnt="0"/>
      <dgm:spPr/>
    </dgm:pt>
    <dgm:pt modelId="{040D77B1-6F4E-4EB5-8E51-1AC5D032C21E}" type="pres">
      <dgm:prSet presAssocID="{FBC07BED-0534-4299-9F24-65C2F1E12719}" presName="Name37" presStyleLbl="parChTrans1D3" presStyleIdx="4" presStyleCnt="13" custSzX="190489"/>
      <dgm:spPr/>
    </dgm:pt>
    <dgm:pt modelId="{82A1D61C-4B12-4E40-8A34-765CE94C7227}" type="pres">
      <dgm:prSet presAssocID="{D611D5C1-7D3D-4BC0-B2D3-3521FF08866E}" presName="hierRoot2" presStyleCnt="0">
        <dgm:presLayoutVars>
          <dgm:hierBranch val="init"/>
        </dgm:presLayoutVars>
      </dgm:prSet>
      <dgm:spPr/>
    </dgm:pt>
    <dgm:pt modelId="{EB1ED654-C81C-4940-8595-D0C741E1E5AD}" type="pres">
      <dgm:prSet presAssocID="{D611D5C1-7D3D-4BC0-B2D3-3521FF08866E}" presName="rootComposite" presStyleCnt="0"/>
      <dgm:spPr/>
    </dgm:pt>
    <dgm:pt modelId="{4AD77D01-CAE9-4935-BB72-A36B794920A2}" type="pres">
      <dgm:prSet presAssocID="{D611D5C1-7D3D-4BC0-B2D3-3521FF08866E}" presName="rootText" presStyleLbl="node3" presStyleIdx="4" presStyleCnt="13" custScaleX="148679">
        <dgm:presLayoutVars>
          <dgm:chPref val="3"/>
        </dgm:presLayoutVars>
      </dgm:prSet>
      <dgm:spPr/>
    </dgm:pt>
    <dgm:pt modelId="{BC25060E-C6E8-4E34-BB5E-D682FACF5DC0}" type="pres">
      <dgm:prSet presAssocID="{D611D5C1-7D3D-4BC0-B2D3-3521FF08866E}" presName="rootConnector" presStyleLbl="node3" presStyleIdx="4" presStyleCnt="13"/>
      <dgm:spPr/>
    </dgm:pt>
    <dgm:pt modelId="{CBF5A5F6-2424-456E-9153-69D8FC726778}" type="pres">
      <dgm:prSet presAssocID="{D611D5C1-7D3D-4BC0-B2D3-3521FF08866E}" presName="hierChild4" presStyleCnt="0"/>
      <dgm:spPr/>
    </dgm:pt>
    <dgm:pt modelId="{CE62F462-D5EA-4324-9EBC-AFFB7574DCC8}" type="pres">
      <dgm:prSet presAssocID="{D611D5C1-7D3D-4BC0-B2D3-3521FF08866E}" presName="hierChild5" presStyleCnt="0"/>
      <dgm:spPr/>
    </dgm:pt>
    <dgm:pt modelId="{E74628E3-1661-4D35-844D-211C98E32604}" type="pres">
      <dgm:prSet presAssocID="{A17DD8FA-CDCF-4C3F-A346-0D95148DD6B8}" presName="Name37" presStyleLbl="parChTrans1D3" presStyleIdx="5" presStyleCnt="13" custSzX="190489"/>
      <dgm:spPr/>
    </dgm:pt>
    <dgm:pt modelId="{7B0C0F21-A827-4E2E-BCE9-3C767EFE13B2}" type="pres">
      <dgm:prSet presAssocID="{A7DFAF0A-7809-4E01-8ABE-B59E1E8C915A}" presName="hierRoot2" presStyleCnt="0">
        <dgm:presLayoutVars>
          <dgm:hierBranch val="init"/>
        </dgm:presLayoutVars>
      </dgm:prSet>
      <dgm:spPr/>
    </dgm:pt>
    <dgm:pt modelId="{CBDFD90D-284B-4C1F-8EE0-5B2000463E6D}" type="pres">
      <dgm:prSet presAssocID="{A7DFAF0A-7809-4E01-8ABE-B59E1E8C915A}" presName="rootComposite" presStyleCnt="0"/>
      <dgm:spPr/>
    </dgm:pt>
    <dgm:pt modelId="{D5678EF9-3501-46F6-A2E6-8CFCE7ED6743}" type="pres">
      <dgm:prSet presAssocID="{A7DFAF0A-7809-4E01-8ABE-B59E1E8C915A}" presName="rootText" presStyleLbl="node3" presStyleIdx="5" presStyleCnt="13" custScaleX="148679">
        <dgm:presLayoutVars>
          <dgm:chPref val="3"/>
        </dgm:presLayoutVars>
      </dgm:prSet>
      <dgm:spPr/>
    </dgm:pt>
    <dgm:pt modelId="{88D4CB39-283E-4EF3-8D72-2665A58BD985}" type="pres">
      <dgm:prSet presAssocID="{A7DFAF0A-7809-4E01-8ABE-B59E1E8C915A}" presName="rootConnector" presStyleLbl="node3" presStyleIdx="5" presStyleCnt="13"/>
      <dgm:spPr/>
    </dgm:pt>
    <dgm:pt modelId="{35BC8201-083D-4B94-859E-E8E1AF9C8FBC}" type="pres">
      <dgm:prSet presAssocID="{A7DFAF0A-7809-4E01-8ABE-B59E1E8C915A}" presName="hierChild4" presStyleCnt="0"/>
      <dgm:spPr/>
    </dgm:pt>
    <dgm:pt modelId="{37062D79-0F1F-4451-9793-464DB648F27C}" type="pres">
      <dgm:prSet presAssocID="{A7DFAF0A-7809-4E01-8ABE-B59E1E8C915A}" presName="hierChild5" presStyleCnt="0"/>
      <dgm:spPr/>
    </dgm:pt>
    <dgm:pt modelId="{C19E3466-0B65-4A48-93C7-5FE9B340C5DE}" type="pres">
      <dgm:prSet presAssocID="{9250EC5A-3516-42D3-8410-CF902D9E9074}" presName="hierChild5" presStyleCnt="0"/>
      <dgm:spPr/>
    </dgm:pt>
    <dgm:pt modelId="{C1CBD38F-F277-4F4B-8271-144A37D1E73B}" type="pres">
      <dgm:prSet presAssocID="{EB9D3222-0E6D-483B-A2CC-38F75716338B}" presName="Name37" presStyleLbl="parChTrans1D2" presStyleIdx="3" presStyleCnt="9" custSzX="1536613"/>
      <dgm:spPr/>
    </dgm:pt>
    <dgm:pt modelId="{C044999B-851F-41E3-A568-B5ADAF2E8C7C}" type="pres">
      <dgm:prSet presAssocID="{550902E2-11A5-43F1-BFB5-F6AB4ABA9F74}" presName="hierRoot2" presStyleCnt="0">
        <dgm:presLayoutVars>
          <dgm:hierBranch val="init"/>
        </dgm:presLayoutVars>
      </dgm:prSet>
      <dgm:spPr/>
    </dgm:pt>
    <dgm:pt modelId="{465E8504-ECE4-4388-811B-7EA14F692842}" type="pres">
      <dgm:prSet presAssocID="{550902E2-11A5-43F1-BFB5-F6AB4ABA9F74}" presName="rootComposite" presStyleCnt="0"/>
      <dgm:spPr/>
    </dgm:pt>
    <dgm:pt modelId="{6F7A135F-C51D-44E5-A063-921F939EA251}" type="pres">
      <dgm:prSet presAssocID="{550902E2-11A5-43F1-BFB5-F6AB4ABA9F74}" presName="rootText" presStyleLbl="node2" presStyleIdx="3" presStyleCnt="9" custScaleX="148679">
        <dgm:presLayoutVars>
          <dgm:chPref val="3"/>
        </dgm:presLayoutVars>
      </dgm:prSet>
      <dgm:spPr/>
    </dgm:pt>
    <dgm:pt modelId="{9F34B01B-7040-48BE-A8F4-76B834EFEB04}" type="pres">
      <dgm:prSet presAssocID="{550902E2-11A5-43F1-BFB5-F6AB4ABA9F74}" presName="rootConnector" presStyleLbl="node2" presStyleIdx="3" presStyleCnt="9"/>
      <dgm:spPr/>
    </dgm:pt>
    <dgm:pt modelId="{42CC0961-3FEC-42BE-A0E7-092B47B4DFC2}" type="pres">
      <dgm:prSet presAssocID="{550902E2-11A5-43F1-BFB5-F6AB4ABA9F74}" presName="hierChild4" presStyleCnt="0"/>
      <dgm:spPr/>
    </dgm:pt>
    <dgm:pt modelId="{C6F33E37-1078-4678-B1D9-B87BBC5AA50A}" type="pres">
      <dgm:prSet presAssocID="{F40711B7-BEB2-4AD4-BE92-5B20371B546A}" presName="Name37" presStyleLbl="parChTrans1D3" presStyleIdx="6" presStyleCnt="13" custSzX="190489"/>
      <dgm:spPr/>
    </dgm:pt>
    <dgm:pt modelId="{FEDB52A0-614C-4093-9DEF-45E31D676AF2}" type="pres">
      <dgm:prSet presAssocID="{BCDA1A54-EB3E-49C2-A0F1-B5F127D448B1}" presName="hierRoot2" presStyleCnt="0">
        <dgm:presLayoutVars>
          <dgm:hierBranch val="init"/>
        </dgm:presLayoutVars>
      </dgm:prSet>
      <dgm:spPr/>
    </dgm:pt>
    <dgm:pt modelId="{2B6420C7-4014-4AF7-9F99-46BE6CDF57EF}" type="pres">
      <dgm:prSet presAssocID="{BCDA1A54-EB3E-49C2-A0F1-B5F127D448B1}" presName="rootComposite" presStyleCnt="0"/>
      <dgm:spPr/>
    </dgm:pt>
    <dgm:pt modelId="{E1900F34-6CEF-44E7-81AD-BE828226F668}" type="pres">
      <dgm:prSet presAssocID="{BCDA1A54-EB3E-49C2-A0F1-B5F127D448B1}" presName="rootText" presStyleLbl="node3" presStyleIdx="6" presStyleCnt="13" custScaleX="148679">
        <dgm:presLayoutVars>
          <dgm:chPref val="3"/>
        </dgm:presLayoutVars>
      </dgm:prSet>
      <dgm:spPr/>
    </dgm:pt>
    <dgm:pt modelId="{05DBCCC7-BE1E-4808-9A89-1BA9379EA98C}" type="pres">
      <dgm:prSet presAssocID="{BCDA1A54-EB3E-49C2-A0F1-B5F127D448B1}" presName="rootConnector" presStyleLbl="node3" presStyleIdx="6" presStyleCnt="13"/>
      <dgm:spPr/>
    </dgm:pt>
    <dgm:pt modelId="{5D21ADA8-A49C-4E72-A8C4-BC0D716C9D72}" type="pres">
      <dgm:prSet presAssocID="{BCDA1A54-EB3E-49C2-A0F1-B5F127D448B1}" presName="hierChild4" presStyleCnt="0"/>
      <dgm:spPr/>
    </dgm:pt>
    <dgm:pt modelId="{84C91122-56CE-4C1E-AAE2-2C224E8F0D89}" type="pres">
      <dgm:prSet presAssocID="{BCDA1A54-EB3E-49C2-A0F1-B5F127D448B1}" presName="hierChild5" presStyleCnt="0"/>
      <dgm:spPr/>
    </dgm:pt>
    <dgm:pt modelId="{73013FB8-F58B-43CD-816B-E8470F629378}" type="pres">
      <dgm:prSet presAssocID="{A7E9FAC4-5EB5-4E7B-A61D-DB738E962321}" presName="Name37" presStyleLbl="parChTrans1D3" presStyleIdx="7" presStyleCnt="13" custSzX="190489"/>
      <dgm:spPr/>
    </dgm:pt>
    <dgm:pt modelId="{300B4B57-D035-4150-9AA6-3623EE8F9703}" type="pres">
      <dgm:prSet presAssocID="{25DB2B39-E327-4B31-9E20-A5A4938E05F0}" presName="hierRoot2" presStyleCnt="0">
        <dgm:presLayoutVars>
          <dgm:hierBranch val="init"/>
        </dgm:presLayoutVars>
      </dgm:prSet>
      <dgm:spPr/>
    </dgm:pt>
    <dgm:pt modelId="{D30A610B-0D90-4B5B-A63A-93AAE39EEF0D}" type="pres">
      <dgm:prSet presAssocID="{25DB2B39-E327-4B31-9E20-A5A4938E05F0}" presName="rootComposite" presStyleCnt="0"/>
      <dgm:spPr/>
    </dgm:pt>
    <dgm:pt modelId="{83F91E6B-ECAF-4B22-902E-5895397A0F00}" type="pres">
      <dgm:prSet presAssocID="{25DB2B39-E327-4B31-9E20-A5A4938E05F0}" presName="rootText" presStyleLbl="node3" presStyleIdx="7" presStyleCnt="13" custScaleX="148679">
        <dgm:presLayoutVars>
          <dgm:chPref val="3"/>
        </dgm:presLayoutVars>
      </dgm:prSet>
      <dgm:spPr/>
    </dgm:pt>
    <dgm:pt modelId="{5AA41637-069B-46D8-BCF8-713CFFD13751}" type="pres">
      <dgm:prSet presAssocID="{25DB2B39-E327-4B31-9E20-A5A4938E05F0}" presName="rootConnector" presStyleLbl="node3" presStyleIdx="7" presStyleCnt="13"/>
      <dgm:spPr/>
    </dgm:pt>
    <dgm:pt modelId="{91137901-40D6-422B-94C8-B11DC54A4141}" type="pres">
      <dgm:prSet presAssocID="{25DB2B39-E327-4B31-9E20-A5A4938E05F0}" presName="hierChild4" presStyleCnt="0"/>
      <dgm:spPr/>
    </dgm:pt>
    <dgm:pt modelId="{BBADCDFB-E291-4C97-951B-81BC77A6F0CA}" type="pres">
      <dgm:prSet presAssocID="{25DB2B39-E327-4B31-9E20-A5A4938E05F0}" presName="hierChild5" presStyleCnt="0"/>
      <dgm:spPr/>
    </dgm:pt>
    <dgm:pt modelId="{10A15C1D-2E81-487A-B7F3-1048A3E3807F}" type="pres">
      <dgm:prSet presAssocID="{AED0CFA2-5CA0-4759-A130-74B07538797B}" presName="Name37" presStyleLbl="parChTrans1D3" presStyleIdx="8" presStyleCnt="13" custSzX="190489"/>
      <dgm:spPr/>
    </dgm:pt>
    <dgm:pt modelId="{CBCE2379-87C4-42AC-9562-FEF16E275898}" type="pres">
      <dgm:prSet presAssocID="{6EAA5B34-2B73-4137-8ED6-04D6F29F2CFC}" presName="hierRoot2" presStyleCnt="0">
        <dgm:presLayoutVars>
          <dgm:hierBranch val="init"/>
        </dgm:presLayoutVars>
      </dgm:prSet>
      <dgm:spPr/>
    </dgm:pt>
    <dgm:pt modelId="{CA4B8F0F-EB32-4A6C-A9F4-123485287308}" type="pres">
      <dgm:prSet presAssocID="{6EAA5B34-2B73-4137-8ED6-04D6F29F2CFC}" presName="rootComposite" presStyleCnt="0"/>
      <dgm:spPr/>
    </dgm:pt>
    <dgm:pt modelId="{CB0BE5BF-9EB0-4771-B461-1C1856811B9B}" type="pres">
      <dgm:prSet presAssocID="{6EAA5B34-2B73-4137-8ED6-04D6F29F2CFC}" presName="rootText" presStyleLbl="node3" presStyleIdx="8" presStyleCnt="13" custScaleX="148679">
        <dgm:presLayoutVars>
          <dgm:chPref val="3"/>
        </dgm:presLayoutVars>
      </dgm:prSet>
      <dgm:spPr/>
    </dgm:pt>
    <dgm:pt modelId="{271537F1-A980-4136-B36D-C645AB677C77}" type="pres">
      <dgm:prSet presAssocID="{6EAA5B34-2B73-4137-8ED6-04D6F29F2CFC}" presName="rootConnector" presStyleLbl="node3" presStyleIdx="8" presStyleCnt="13"/>
      <dgm:spPr/>
    </dgm:pt>
    <dgm:pt modelId="{5D61730C-558C-4D6A-B159-DCA2940C080E}" type="pres">
      <dgm:prSet presAssocID="{6EAA5B34-2B73-4137-8ED6-04D6F29F2CFC}" presName="hierChild4" presStyleCnt="0"/>
      <dgm:spPr/>
    </dgm:pt>
    <dgm:pt modelId="{8D74DC22-EB20-4AA0-8C4B-09010E7D660D}" type="pres">
      <dgm:prSet presAssocID="{6EAA5B34-2B73-4137-8ED6-04D6F29F2CFC}" presName="hierChild5" presStyleCnt="0"/>
      <dgm:spPr/>
    </dgm:pt>
    <dgm:pt modelId="{5A221EF5-C5E2-4A52-B7FB-C3244E58649F}" type="pres">
      <dgm:prSet presAssocID="{8504E2E2-DD4E-4FF4-9E75-AAC7CD4D8227}" presName="Name37" presStyleLbl="parChTrans1D3" presStyleIdx="9" presStyleCnt="13" custSzX="190489"/>
      <dgm:spPr/>
    </dgm:pt>
    <dgm:pt modelId="{7E37C808-E221-4FB1-9F32-CC9061E82CDE}" type="pres">
      <dgm:prSet presAssocID="{57989E2F-4546-47E9-AE50-240DD83DCEEE}" presName="hierRoot2" presStyleCnt="0">
        <dgm:presLayoutVars>
          <dgm:hierBranch val="init"/>
        </dgm:presLayoutVars>
      </dgm:prSet>
      <dgm:spPr/>
    </dgm:pt>
    <dgm:pt modelId="{EC47C5DF-5740-40AB-B138-AC0BA7AAD022}" type="pres">
      <dgm:prSet presAssocID="{57989E2F-4546-47E9-AE50-240DD83DCEEE}" presName="rootComposite" presStyleCnt="0"/>
      <dgm:spPr/>
    </dgm:pt>
    <dgm:pt modelId="{06BEC8C9-3DDB-4EE8-8385-8FB7D9E857D6}" type="pres">
      <dgm:prSet presAssocID="{57989E2F-4546-47E9-AE50-240DD83DCEEE}" presName="rootText" presStyleLbl="node3" presStyleIdx="9" presStyleCnt="13" custScaleX="148679">
        <dgm:presLayoutVars>
          <dgm:chPref val="3"/>
        </dgm:presLayoutVars>
      </dgm:prSet>
      <dgm:spPr/>
    </dgm:pt>
    <dgm:pt modelId="{88D1E684-8692-4E1A-8AD1-B578248BBA28}" type="pres">
      <dgm:prSet presAssocID="{57989E2F-4546-47E9-AE50-240DD83DCEEE}" presName="rootConnector" presStyleLbl="node3" presStyleIdx="9" presStyleCnt="13"/>
      <dgm:spPr/>
    </dgm:pt>
    <dgm:pt modelId="{326D1874-F164-407F-9598-DBB20F766085}" type="pres">
      <dgm:prSet presAssocID="{57989E2F-4546-47E9-AE50-240DD83DCEEE}" presName="hierChild4" presStyleCnt="0"/>
      <dgm:spPr/>
    </dgm:pt>
    <dgm:pt modelId="{FB03C5EA-A5BF-44A2-9C47-8F16DC0CB37D}" type="pres">
      <dgm:prSet presAssocID="{57989E2F-4546-47E9-AE50-240DD83DCEEE}" presName="hierChild5" presStyleCnt="0"/>
      <dgm:spPr/>
    </dgm:pt>
    <dgm:pt modelId="{EA658AA6-1A36-4FEE-8358-4EB85DAE23C4}" type="pres">
      <dgm:prSet presAssocID="{E29C1BCC-54A8-49A9-87F4-77AAC6227433}" presName="Name37" presStyleLbl="parChTrans1D3" presStyleIdx="10" presStyleCnt="13" custSzX="190489"/>
      <dgm:spPr/>
    </dgm:pt>
    <dgm:pt modelId="{DD5B82C8-976A-4BC5-B5CC-92D40263B316}" type="pres">
      <dgm:prSet presAssocID="{B5E5D7C1-208D-4CB9-A5D7-DCB1919F623F}" presName="hierRoot2" presStyleCnt="0">
        <dgm:presLayoutVars>
          <dgm:hierBranch val="init"/>
        </dgm:presLayoutVars>
      </dgm:prSet>
      <dgm:spPr/>
    </dgm:pt>
    <dgm:pt modelId="{83E3C1EA-5AC0-47AC-9648-8E7A2573345A}" type="pres">
      <dgm:prSet presAssocID="{B5E5D7C1-208D-4CB9-A5D7-DCB1919F623F}" presName="rootComposite" presStyleCnt="0"/>
      <dgm:spPr/>
    </dgm:pt>
    <dgm:pt modelId="{9D81B319-8E01-4E82-8DD1-67C9BCFDAD8D}" type="pres">
      <dgm:prSet presAssocID="{B5E5D7C1-208D-4CB9-A5D7-DCB1919F623F}" presName="rootText" presStyleLbl="node3" presStyleIdx="10" presStyleCnt="13" custScaleX="148679">
        <dgm:presLayoutVars>
          <dgm:chPref val="3"/>
        </dgm:presLayoutVars>
      </dgm:prSet>
      <dgm:spPr/>
    </dgm:pt>
    <dgm:pt modelId="{BE5E1F05-B3A7-4FDD-AB3D-A4F97AA409D9}" type="pres">
      <dgm:prSet presAssocID="{B5E5D7C1-208D-4CB9-A5D7-DCB1919F623F}" presName="rootConnector" presStyleLbl="node3" presStyleIdx="10" presStyleCnt="13"/>
      <dgm:spPr/>
    </dgm:pt>
    <dgm:pt modelId="{4BC64DB6-C1B5-4006-813E-EB07643B77D0}" type="pres">
      <dgm:prSet presAssocID="{B5E5D7C1-208D-4CB9-A5D7-DCB1919F623F}" presName="hierChild4" presStyleCnt="0"/>
      <dgm:spPr/>
    </dgm:pt>
    <dgm:pt modelId="{BDE42ED7-A64C-4896-B2A3-706DBEBA3DDE}" type="pres">
      <dgm:prSet presAssocID="{B5E5D7C1-208D-4CB9-A5D7-DCB1919F623F}" presName="hierChild5" presStyleCnt="0"/>
      <dgm:spPr/>
    </dgm:pt>
    <dgm:pt modelId="{41A8E275-AD6C-4293-959B-ACA0ACB1DCE0}" type="pres">
      <dgm:prSet presAssocID="{EB45AC27-FF65-4B29-98B8-1AB67DA050A7}" presName="Name37" presStyleLbl="parChTrans1D3" presStyleIdx="11" presStyleCnt="13" custSzX="190489"/>
      <dgm:spPr/>
    </dgm:pt>
    <dgm:pt modelId="{746966CD-E5E4-4477-9F87-94FB3D6E51AC}" type="pres">
      <dgm:prSet presAssocID="{1FB5ED54-98EC-4C63-8B0C-D8A5992E301F}" presName="hierRoot2" presStyleCnt="0">
        <dgm:presLayoutVars>
          <dgm:hierBranch val="init"/>
        </dgm:presLayoutVars>
      </dgm:prSet>
      <dgm:spPr/>
    </dgm:pt>
    <dgm:pt modelId="{B7A20FCD-7872-4CE5-B83C-EDF5D932989D}" type="pres">
      <dgm:prSet presAssocID="{1FB5ED54-98EC-4C63-8B0C-D8A5992E301F}" presName="rootComposite" presStyleCnt="0"/>
      <dgm:spPr/>
    </dgm:pt>
    <dgm:pt modelId="{A9248550-925C-4A85-A1B4-039543281C37}" type="pres">
      <dgm:prSet presAssocID="{1FB5ED54-98EC-4C63-8B0C-D8A5992E301F}" presName="rootText" presStyleLbl="node3" presStyleIdx="11" presStyleCnt="13" custScaleX="148679">
        <dgm:presLayoutVars>
          <dgm:chPref val="3"/>
        </dgm:presLayoutVars>
      </dgm:prSet>
      <dgm:spPr/>
    </dgm:pt>
    <dgm:pt modelId="{AF4DF715-C02B-4C0A-8244-E71A00F99BA8}" type="pres">
      <dgm:prSet presAssocID="{1FB5ED54-98EC-4C63-8B0C-D8A5992E301F}" presName="rootConnector" presStyleLbl="node3" presStyleIdx="11" presStyleCnt="13"/>
      <dgm:spPr/>
    </dgm:pt>
    <dgm:pt modelId="{21C9B6B2-BF44-419A-AE5C-BA0C296092F0}" type="pres">
      <dgm:prSet presAssocID="{1FB5ED54-98EC-4C63-8B0C-D8A5992E301F}" presName="hierChild4" presStyleCnt="0"/>
      <dgm:spPr/>
    </dgm:pt>
    <dgm:pt modelId="{A7CD5591-D64C-45B6-81E6-AA440C46B3CC}" type="pres">
      <dgm:prSet presAssocID="{1FB5ED54-98EC-4C63-8B0C-D8A5992E301F}" presName="hierChild5" presStyleCnt="0"/>
      <dgm:spPr/>
    </dgm:pt>
    <dgm:pt modelId="{07414B6A-ED68-4119-AEC8-9C96863C82A0}" type="pres">
      <dgm:prSet presAssocID="{550902E2-11A5-43F1-BFB5-F6AB4ABA9F74}" presName="hierChild5" presStyleCnt="0"/>
      <dgm:spPr/>
    </dgm:pt>
    <dgm:pt modelId="{8DC77231-7FCF-4B73-87E9-D638C9A1C0B7}" type="pres">
      <dgm:prSet presAssocID="{7C7A321F-107B-48F7-B2D9-A6D5193BBED8}" presName="Name37" presStyleLbl="parChTrans1D2" presStyleIdx="4" presStyleCnt="9" custSzX="135951"/>
      <dgm:spPr/>
    </dgm:pt>
    <dgm:pt modelId="{144C42A6-5B6A-4DAB-A146-209867DD5DF1}" type="pres">
      <dgm:prSet presAssocID="{1B283C15-0958-4C89-AD7D-6CFE7316AED7}" presName="hierRoot2" presStyleCnt="0">
        <dgm:presLayoutVars>
          <dgm:hierBranch val="init"/>
        </dgm:presLayoutVars>
      </dgm:prSet>
      <dgm:spPr/>
    </dgm:pt>
    <dgm:pt modelId="{30870FAF-2FB1-4AB7-8351-473E0C4F2ED1}" type="pres">
      <dgm:prSet presAssocID="{1B283C15-0958-4C89-AD7D-6CFE7316AED7}" presName="rootComposite" presStyleCnt="0"/>
      <dgm:spPr/>
    </dgm:pt>
    <dgm:pt modelId="{C14D078C-6BED-4B2A-AE2C-AAFAC0E3980F}" type="pres">
      <dgm:prSet presAssocID="{1B283C15-0958-4C89-AD7D-6CFE7316AED7}" presName="rootText" presStyleLbl="node2" presStyleIdx="4" presStyleCnt="9" custScaleX="148679">
        <dgm:presLayoutVars>
          <dgm:chPref val="3"/>
        </dgm:presLayoutVars>
      </dgm:prSet>
      <dgm:spPr/>
    </dgm:pt>
    <dgm:pt modelId="{4089570C-BD35-41E3-875F-0998F1D1FA02}" type="pres">
      <dgm:prSet presAssocID="{1B283C15-0958-4C89-AD7D-6CFE7316AED7}" presName="rootConnector" presStyleLbl="node2" presStyleIdx="4" presStyleCnt="9"/>
      <dgm:spPr/>
    </dgm:pt>
    <dgm:pt modelId="{ED9ECB36-E7EA-4C5D-B678-F1010509EDD6}" type="pres">
      <dgm:prSet presAssocID="{1B283C15-0958-4C89-AD7D-6CFE7316AED7}" presName="hierChild4" presStyleCnt="0"/>
      <dgm:spPr/>
    </dgm:pt>
    <dgm:pt modelId="{F01191DD-1E42-4D8C-88FE-67AFEFDC41AD}" type="pres">
      <dgm:prSet presAssocID="{159F9535-7BC8-4EF2-B22C-BBDB2D67AAF7}" presName="Name37" presStyleLbl="parChTrans1D3" presStyleIdx="12" presStyleCnt="13" custSzX="190489"/>
      <dgm:spPr/>
    </dgm:pt>
    <dgm:pt modelId="{55B968AE-F1C7-4CE6-A000-CAC327FA77E3}" type="pres">
      <dgm:prSet presAssocID="{DA1E010C-8531-45AA-BF84-3A576B226C52}" presName="hierRoot2" presStyleCnt="0">
        <dgm:presLayoutVars>
          <dgm:hierBranch val="init"/>
        </dgm:presLayoutVars>
      </dgm:prSet>
      <dgm:spPr/>
    </dgm:pt>
    <dgm:pt modelId="{4F93CFCF-85C3-498E-8584-C94A805AE73A}" type="pres">
      <dgm:prSet presAssocID="{DA1E010C-8531-45AA-BF84-3A576B226C52}" presName="rootComposite" presStyleCnt="0"/>
      <dgm:spPr/>
    </dgm:pt>
    <dgm:pt modelId="{F94137EA-0C81-4372-9814-AC5A3D953A8C}" type="pres">
      <dgm:prSet presAssocID="{DA1E010C-8531-45AA-BF84-3A576B226C52}" presName="rootText" presStyleLbl="node3" presStyleIdx="12" presStyleCnt="13" custScaleX="148679">
        <dgm:presLayoutVars>
          <dgm:chPref val="3"/>
        </dgm:presLayoutVars>
      </dgm:prSet>
      <dgm:spPr/>
    </dgm:pt>
    <dgm:pt modelId="{D06C6CC0-9773-431B-AD58-59F83A3F1234}" type="pres">
      <dgm:prSet presAssocID="{DA1E010C-8531-45AA-BF84-3A576B226C52}" presName="rootConnector" presStyleLbl="node3" presStyleIdx="12" presStyleCnt="13"/>
      <dgm:spPr/>
    </dgm:pt>
    <dgm:pt modelId="{9180776A-512C-4068-93D6-A40538640030}" type="pres">
      <dgm:prSet presAssocID="{DA1E010C-8531-45AA-BF84-3A576B226C52}" presName="hierChild4" presStyleCnt="0"/>
      <dgm:spPr/>
    </dgm:pt>
    <dgm:pt modelId="{6C0DA715-598D-426F-8E6A-44A75F057722}" type="pres">
      <dgm:prSet presAssocID="{DA1E010C-8531-45AA-BF84-3A576B226C52}" presName="hierChild5" presStyleCnt="0"/>
      <dgm:spPr/>
    </dgm:pt>
    <dgm:pt modelId="{B2B46DA1-0951-4BBD-B721-204CEA0F9E02}" type="pres">
      <dgm:prSet presAssocID="{1B283C15-0958-4C89-AD7D-6CFE7316AED7}" presName="hierChild5" presStyleCnt="0"/>
      <dgm:spPr/>
    </dgm:pt>
    <dgm:pt modelId="{271D041B-23BC-472A-9822-FFF332DF6AF2}" type="pres">
      <dgm:prSet presAssocID="{F7E4890F-A569-4544-95CE-C128961C9F85}" presName="Name37" presStyleLbl="parChTrans1D2" presStyleIdx="5" presStyleCnt="9" custSzX="1536613"/>
      <dgm:spPr/>
    </dgm:pt>
    <dgm:pt modelId="{563A8F8D-28B6-435B-AE25-87C2DD721D55}" type="pres">
      <dgm:prSet presAssocID="{DEA5B9A7-A0A8-47B3-B020-D159BF383D87}" presName="hierRoot2" presStyleCnt="0">
        <dgm:presLayoutVars>
          <dgm:hierBranch val="init"/>
        </dgm:presLayoutVars>
      </dgm:prSet>
      <dgm:spPr/>
    </dgm:pt>
    <dgm:pt modelId="{A5935E1F-746D-44C8-8EE1-60AECB34F028}" type="pres">
      <dgm:prSet presAssocID="{DEA5B9A7-A0A8-47B3-B020-D159BF383D87}" presName="rootComposite" presStyleCnt="0"/>
      <dgm:spPr/>
    </dgm:pt>
    <dgm:pt modelId="{0F109C46-6768-49E1-9BB9-D4791793DE0C}" type="pres">
      <dgm:prSet presAssocID="{DEA5B9A7-A0A8-47B3-B020-D159BF383D87}" presName="rootText" presStyleLbl="node2" presStyleIdx="5" presStyleCnt="9" custScaleX="148679">
        <dgm:presLayoutVars>
          <dgm:chPref val="3"/>
        </dgm:presLayoutVars>
      </dgm:prSet>
      <dgm:spPr/>
    </dgm:pt>
    <dgm:pt modelId="{75355858-0114-48EE-8206-BA7D1FCD3F2C}" type="pres">
      <dgm:prSet presAssocID="{DEA5B9A7-A0A8-47B3-B020-D159BF383D87}" presName="rootConnector" presStyleLbl="node2" presStyleIdx="5" presStyleCnt="9"/>
      <dgm:spPr/>
    </dgm:pt>
    <dgm:pt modelId="{B04EE39D-E53C-4F66-B742-303CF6ACC40A}" type="pres">
      <dgm:prSet presAssocID="{DEA5B9A7-A0A8-47B3-B020-D159BF383D87}" presName="hierChild4" presStyleCnt="0"/>
      <dgm:spPr/>
    </dgm:pt>
    <dgm:pt modelId="{8117A33D-D6C7-42FC-979A-62C348D49067}" type="pres">
      <dgm:prSet presAssocID="{DEA5B9A7-A0A8-47B3-B020-D159BF383D87}" presName="hierChild5" presStyleCnt="0"/>
      <dgm:spPr/>
    </dgm:pt>
    <dgm:pt modelId="{488A4958-61B0-484D-86BB-DD0FBA478918}" type="pres">
      <dgm:prSet presAssocID="{7DEE57C8-EEF8-480C-B683-71AD79915FE5}" presName="Name37" presStyleLbl="parChTrans1D2" presStyleIdx="6" presStyleCnt="9" custSzX="3073227"/>
      <dgm:spPr/>
    </dgm:pt>
    <dgm:pt modelId="{E712914A-48A0-4581-8726-88E98920E51B}" type="pres">
      <dgm:prSet presAssocID="{71543C7C-6D9E-4E2F-B164-6906F642F16C}" presName="hierRoot2" presStyleCnt="0">
        <dgm:presLayoutVars>
          <dgm:hierBranch val="init"/>
        </dgm:presLayoutVars>
      </dgm:prSet>
      <dgm:spPr/>
    </dgm:pt>
    <dgm:pt modelId="{05A24CB9-40B0-4660-9F02-20DAEBE463D1}" type="pres">
      <dgm:prSet presAssocID="{71543C7C-6D9E-4E2F-B164-6906F642F16C}" presName="rootComposite" presStyleCnt="0"/>
      <dgm:spPr/>
    </dgm:pt>
    <dgm:pt modelId="{3671EB42-88EF-412F-814E-A4C5E1C11FD5}" type="pres">
      <dgm:prSet presAssocID="{71543C7C-6D9E-4E2F-B164-6906F642F16C}" presName="rootText" presStyleLbl="node2" presStyleIdx="6" presStyleCnt="9" custScaleX="148679">
        <dgm:presLayoutVars>
          <dgm:chPref val="3"/>
        </dgm:presLayoutVars>
      </dgm:prSet>
      <dgm:spPr/>
    </dgm:pt>
    <dgm:pt modelId="{A7302F2D-DA6B-49FD-85C2-0700494B3A31}" type="pres">
      <dgm:prSet presAssocID="{71543C7C-6D9E-4E2F-B164-6906F642F16C}" presName="rootConnector" presStyleLbl="node2" presStyleIdx="6" presStyleCnt="9"/>
      <dgm:spPr/>
    </dgm:pt>
    <dgm:pt modelId="{E8EE0CF4-FEFA-4AD3-8F22-EC99FC772F8F}" type="pres">
      <dgm:prSet presAssocID="{71543C7C-6D9E-4E2F-B164-6906F642F16C}" presName="hierChild4" presStyleCnt="0"/>
      <dgm:spPr/>
    </dgm:pt>
    <dgm:pt modelId="{5665FFBB-776C-4983-B77D-13A0AC688058}" type="pres">
      <dgm:prSet presAssocID="{71543C7C-6D9E-4E2F-B164-6906F642F16C}" presName="hierChild5" presStyleCnt="0"/>
      <dgm:spPr/>
    </dgm:pt>
    <dgm:pt modelId="{6C5A33F0-3011-4CF6-86B1-7F885A99252E}" type="pres">
      <dgm:prSet presAssocID="{D66F7A53-200C-4B6C-9BDE-54DEB520658F}" presName="Name37" presStyleLbl="parChTrans1D2" presStyleIdx="7" presStyleCnt="9" custSzX="4609841"/>
      <dgm:spPr/>
    </dgm:pt>
    <dgm:pt modelId="{5A0F2372-C238-450C-8EB1-B7D7C493A992}" type="pres">
      <dgm:prSet presAssocID="{B5FAF3F3-D812-4F1A-AC29-6DDA1D98E8DE}" presName="hierRoot2" presStyleCnt="0">
        <dgm:presLayoutVars>
          <dgm:hierBranch val="init"/>
        </dgm:presLayoutVars>
      </dgm:prSet>
      <dgm:spPr/>
    </dgm:pt>
    <dgm:pt modelId="{AF0776CF-DEC6-4F92-A3B8-02AB1FCC2E1A}" type="pres">
      <dgm:prSet presAssocID="{B5FAF3F3-D812-4F1A-AC29-6DDA1D98E8DE}" presName="rootComposite" presStyleCnt="0"/>
      <dgm:spPr/>
    </dgm:pt>
    <dgm:pt modelId="{F61319CE-80BC-4D2E-86B8-7A7F740D2235}" type="pres">
      <dgm:prSet presAssocID="{B5FAF3F3-D812-4F1A-AC29-6DDA1D98E8DE}" presName="rootText" presStyleLbl="node2" presStyleIdx="7" presStyleCnt="9" custScaleX="148679">
        <dgm:presLayoutVars>
          <dgm:chPref val="3"/>
        </dgm:presLayoutVars>
      </dgm:prSet>
      <dgm:spPr/>
    </dgm:pt>
    <dgm:pt modelId="{5CA55BB0-9AE8-480C-BBD7-F468B7865AC4}" type="pres">
      <dgm:prSet presAssocID="{B5FAF3F3-D812-4F1A-AC29-6DDA1D98E8DE}" presName="rootConnector" presStyleLbl="node2" presStyleIdx="7" presStyleCnt="9"/>
      <dgm:spPr/>
    </dgm:pt>
    <dgm:pt modelId="{167B29EE-5E42-4DAC-991A-B39301DA7837}" type="pres">
      <dgm:prSet presAssocID="{B5FAF3F3-D812-4F1A-AC29-6DDA1D98E8DE}" presName="hierChild4" presStyleCnt="0"/>
      <dgm:spPr/>
    </dgm:pt>
    <dgm:pt modelId="{940B5BD4-C00F-4512-A4F4-F0E85B514C83}" type="pres">
      <dgm:prSet presAssocID="{B5FAF3F3-D812-4F1A-AC29-6DDA1D98E8DE}" presName="hierChild5" presStyleCnt="0"/>
      <dgm:spPr/>
    </dgm:pt>
    <dgm:pt modelId="{49B96FC8-9FAD-4C91-8098-F8D715434A88}" type="pres">
      <dgm:prSet presAssocID="{00133F3A-5ED9-4D8F-BD68-7E6C958C077D}" presName="Name37" presStyleLbl="parChTrans1D2" presStyleIdx="8" presStyleCnt="9" custSzX="6146455"/>
      <dgm:spPr/>
    </dgm:pt>
    <dgm:pt modelId="{ADC64064-8D04-44F2-8DCA-B04584BC55B9}" type="pres">
      <dgm:prSet presAssocID="{82565377-B151-486B-85A6-8F6BD181B817}" presName="hierRoot2" presStyleCnt="0">
        <dgm:presLayoutVars>
          <dgm:hierBranch val="init"/>
        </dgm:presLayoutVars>
      </dgm:prSet>
      <dgm:spPr/>
    </dgm:pt>
    <dgm:pt modelId="{B72E4BC4-BF11-477D-AFA0-3FD7B4BDF186}" type="pres">
      <dgm:prSet presAssocID="{82565377-B151-486B-85A6-8F6BD181B817}" presName="rootComposite" presStyleCnt="0"/>
      <dgm:spPr/>
    </dgm:pt>
    <dgm:pt modelId="{340DD012-A964-4E19-AC18-3D07A8161790}" type="pres">
      <dgm:prSet presAssocID="{82565377-B151-486B-85A6-8F6BD181B817}" presName="rootText" presStyleLbl="node2" presStyleIdx="8" presStyleCnt="9" custScaleX="148679">
        <dgm:presLayoutVars>
          <dgm:chPref val="3"/>
        </dgm:presLayoutVars>
      </dgm:prSet>
      <dgm:spPr/>
    </dgm:pt>
    <dgm:pt modelId="{F3CABBB7-714F-4085-AA84-F79E9BB06947}" type="pres">
      <dgm:prSet presAssocID="{82565377-B151-486B-85A6-8F6BD181B817}" presName="rootConnector" presStyleLbl="node2" presStyleIdx="8" presStyleCnt="9"/>
      <dgm:spPr/>
    </dgm:pt>
    <dgm:pt modelId="{3F4C1DC3-4935-4B55-9674-15862F98B244}" type="pres">
      <dgm:prSet presAssocID="{82565377-B151-486B-85A6-8F6BD181B817}" presName="hierChild4" presStyleCnt="0"/>
      <dgm:spPr/>
    </dgm:pt>
    <dgm:pt modelId="{0A1C4EB9-4B58-4B5A-9BD9-51D80E9B86ED}" type="pres">
      <dgm:prSet presAssocID="{82565377-B151-486B-85A6-8F6BD181B817}" presName="hierChild5" presStyleCnt="0"/>
      <dgm:spPr/>
    </dgm:pt>
    <dgm:pt modelId="{DB75B5F5-4ED1-4484-ABF8-2DA678AE2E9A}" type="pres">
      <dgm:prSet presAssocID="{23527279-5E57-464B-BEA1-E13AA95770DE}" presName="hierChild3" presStyleCnt="0"/>
      <dgm:spPr/>
    </dgm:pt>
  </dgm:ptLst>
  <dgm:cxnLst>
    <dgm:cxn modelId="{52E43E00-16AE-4E78-B124-BA1F233B6A32}" type="presOf" srcId="{B5E5D7C1-208D-4CB9-A5D7-DCB1919F623F}" destId="{BE5E1F05-B3A7-4FDD-AB3D-A4F97AA409D9}" srcOrd="1" destOrd="0" presId="urn:microsoft.com/office/officeart/2005/8/layout/orgChart1"/>
    <dgm:cxn modelId="{02A3D701-D7F2-4002-A6C8-FB99BE221080}" type="presOf" srcId="{1B283C15-0958-4C89-AD7D-6CFE7316AED7}" destId="{4089570C-BD35-41E3-875F-0998F1D1FA02}" srcOrd="1" destOrd="0" presId="urn:microsoft.com/office/officeart/2005/8/layout/orgChart1"/>
    <dgm:cxn modelId="{81775904-1B85-4AD2-8B5D-032B9DFA8C8C}" type="presOf" srcId="{DA0A16A3-2A9C-45B9-A463-624968C7999F}" destId="{B4B8BE46-11D7-4665-82E1-E47E30B99B41}" srcOrd="0" destOrd="0" presId="urn:microsoft.com/office/officeart/2005/8/layout/orgChart1"/>
    <dgm:cxn modelId="{3230AF05-0DA7-4283-930B-B3B31E007484}" srcId="{23527279-5E57-464B-BEA1-E13AA95770DE}" destId="{550902E2-11A5-43F1-BFB5-F6AB4ABA9F74}" srcOrd="3" destOrd="0" parTransId="{EB9D3222-0E6D-483B-A2CC-38F75716338B}" sibTransId="{AB3C8C12-6DBC-4B72-BC33-7E89CDF2D213}"/>
    <dgm:cxn modelId="{1090BB06-25B4-43CC-B9DD-E1FD0256B159}" type="presOf" srcId="{25DB2B39-E327-4B31-9E20-A5A4938E05F0}" destId="{5AA41637-069B-46D8-BCF8-713CFFD13751}" srcOrd="1" destOrd="0" presId="urn:microsoft.com/office/officeart/2005/8/layout/orgChart1"/>
    <dgm:cxn modelId="{46AC8807-6B00-4455-81B4-1C7C6B1296FA}" type="presOf" srcId="{23527279-5E57-464B-BEA1-E13AA95770DE}" destId="{B8BBE31A-FC74-4217-AB15-849A9DF9B498}" srcOrd="1" destOrd="0" presId="urn:microsoft.com/office/officeart/2005/8/layout/orgChart1"/>
    <dgm:cxn modelId="{8F984A0B-4B34-427A-850A-F43FB14DF877}" type="presOf" srcId="{1B283C15-0958-4C89-AD7D-6CFE7316AED7}" destId="{C14D078C-6BED-4B2A-AE2C-AAFAC0E3980F}" srcOrd="0" destOrd="0" presId="urn:microsoft.com/office/officeart/2005/8/layout/orgChart1"/>
    <dgm:cxn modelId="{4683EA13-958A-4BEE-83AA-3AFCFB5D3D9D}" type="presOf" srcId="{DA0A16A3-2A9C-45B9-A463-624968C7999F}" destId="{B9577189-0D75-4568-9FD4-BD32BE24BD7D}" srcOrd="1" destOrd="0" presId="urn:microsoft.com/office/officeart/2005/8/layout/orgChart1"/>
    <dgm:cxn modelId="{4DB9F713-2CE9-48CE-B28A-315D2C1EC065}" srcId="{9250EC5A-3516-42D3-8410-CF902D9E9074}" destId="{A7DFAF0A-7809-4E01-8ABE-B59E1E8C915A}" srcOrd="3" destOrd="0" parTransId="{A17DD8FA-CDCF-4C3F-A346-0D95148DD6B8}" sibTransId="{41C3DF36-D1DC-419C-8C82-0162C4571C78}"/>
    <dgm:cxn modelId="{2ADDA214-21A7-4F83-B386-1D056BBAF91A}" srcId="{23527279-5E57-464B-BEA1-E13AA95770DE}" destId="{1B283C15-0958-4C89-AD7D-6CFE7316AED7}" srcOrd="4" destOrd="0" parTransId="{7C7A321F-107B-48F7-B2D9-A6D5193BBED8}" sibTransId="{C1916BE6-1607-4C64-804E-37BFD7AB1014}"/>
    <dgm:cxn modelId="{27C2501B-6279-4113-B017-A735A312CD2B}" type="presOf" srcId="{BE39898A-3164-4C7A-A88A-46F1DD0EF01D}" destId="{5138EEBA-F2FF-4670-A70E-52CFD970E654}" srcOrd="1" destOrd="0" presId="urn:microsoft.com/office/officeart/2005/8/layout/orgChart1"/>
    <dgm:cxn modelId="{8502E81D-FCC8-4C47-8F1C-447DA2B632D9}" srcId="{550902E2-11A5-43F1-BFB5-F6AB4ABA9F74}" destId="{25DB2B39-E327-4B31-9E20-A5A4938E05F0}" srcOrd="1" destOrd="0" parTransId="{A7E9FAC4-5EB5-4E7B-A61D-DB738E962321}" sibTransId="{621DFCDA-9F3B-47C2-802D-F0E6BB25961A}"/>
    <dgm:cxn modelId="{86B2F01F-A10A-45D8-BB74-D053148DD7C1}" type="presOf" srcId="{E95D3C53-910C-463E-8B79-787FA0E3292B}" destId="{211132D9-824B-4DF2-8C35-BDF3EC1B9329}" srcOrd="0" destOrd="0" presId="urn:microsoft.com/office/officeart/2005/8/layout/orgChart1"/>
    <dgm:cxn modelId="{F0B69C21-362F-42E2-B92F-761D66A1A1FF}" srcId="{550902E2-11A5-43F1-BFB5-F6AB4ABA9F74}" destId="{6EAA5B34-2B73-4137-8ED6-04D6F29F2CFC}" srcOrd="2" destOrd="0" parTransId="{AED0CFA2-5CA0-4759-A130-74B07538797B}" sibTransId="{F4453B85-911D-4723-93F8-823C37640990}"/>
    <dgm:cxn modelId="{03EDA721-7A2C-4231-B599-D276E3EFA3D7}" srcId="{23527279-5E57-464B-BEA1-E13AA95770DE}" destId="{B5FAF3F3-D812-4F1A-AC29-6DDA1D98E8DE}" srcOrd="7" destOrd="0" parTransId="{D66F7A53-200C-4B6C-9BDE-54DEB520658F}" sibTransId="{F9D76B49-B858-4603-A551-E9158696A7A0}"/>
    <dgm:cxn modelId="{094A0223-92FF-47B3-92B8-67350F92A17E}" type="presOf" srcId="{24C1193D-A08C-46B4-8CDC-13F4C94C963F}" destId="{1E22716F-C0AA-429B-A078-D55CF1C55E33}" srcOrd="0" destOrd="0" presId="urn:microsoft.com/office/officeart/2005/8/layout/orgChart1"/>
    <dgm:cxn modelId="{C9BB4F26-C3CD-4C72-B174-FD0D8057F699}" type="presOf" srcId="{A7DFAF0A-7809-4E01-8ABE-B59E1E8C915A}" destId="{88D4CB39-283E-4EF3-8D72-2665A58BD985}" srcOrd="1" destOrd="0" presId="urn:microsoft.com/office/officeart/2005/8/layout/orgChart1"/>
    <dgm:cxn modelId="{7EE86C29-056D-417A-B106-E897B0CFD373}" type="presOf" srcId="{DEA5B9A7-A0A8-47B3-B020-D159BF383D87}" destId="{0F109C46-6768-49E1-9BB9-D4791793DE0C}" srcOrd="0" destOrd="0" presId="urn:microsoft.com/office/officeart/2005/8/layout/orgChart1"/>
    <dgm:cxn modelId="{4DDA912C-84A7-4708-85F2-4E62996C88FD}" srcId="{23527279-5E57-464B-BEA1-E13AA95770DE}" destId="{71543C7C-6D9E-4E2F-B164-6906F642F16C}" srcOrd="6" destOrd="0" parTransId="{7DEE57C8-EEF8-480C-B683-71AD79915FE5}" sibTransId="{00CE070A-D1DE-4D62-AEC9-6AD0156117DE}"/>
    <dgm:cxn modelId="{02755B2D-73FC-47CF-969A-1C7CE280FB92}" srcId="{550902E2-11A5-43F1-BFB5-F6AB4ABA9F74}" destId="{BCDA1A54-EB3E-49C2-A0F1-B5F127D448B1}" srcOrd="0" destOrd="0" parTransId="{F40711B7-BEB2-4AD4-BE92-5B20371B546A}" sibTransId="{1045F49F-F18E-4363-9364-38DA26C1A483}"/>
    <dgm:cxn modelId="{EED07A2F-7EA6-4D51-9082-0005AC855606}" srcId="{550902E2-11A5-43F1-BFB5-F6AB4ABA9F74}" destId="{57989E2F-4546-47E9-AE50-240DD83DCEEE}" srcOrd="3" destOrd="0" parTransId="{8504E2E2-DD4E-4FF4-9E75-AAC7CD4D8227}" sibTransId="{0ED01961-0DEE-4066-B4B2-51674BC156BD}"/>
    <dgm:cxn modelId="{11971131-54A2-4BD5-B105-A1073557C97D}" type="presOf" srcId="{153BC38E-9ACC-434D-9F7B-3B021AFB7AB5}" destId="{C38A6401-AB96-4923-AE3B-FBB063E6A09C}" srcOrd="0" destOrd="0" presId="urn:microsoft.com/office/officeart/2005/8/layout/orgChart1"/>
    <dgm:cxn modelId="{13971831-44F9-4F65-97D0-63F595834593}" type="presOf" srcId="{23527279-5E57-464B-BEA1-E13AA95770DE}" destId="{37031146-0F21-4810-A98A-00F2A5CF363C}" srcOrd="0" destOrd="0" presId="urn:microsoft.com/office/officeart/2005/8/layout/orgChart1"/>
    <dgm:cxn modelId="{8C192437-F51C-471C-9217-0BE89E9015C2}" srcId="{1B283C15-0958-4C89-AD7D-6CFE7316AED7}" destId="{DA1E010C-8531-45AA-BF84-3A576B226C52}" srcOrd="0" destOrd="0" parTransId="{159F9535-7BC8-4EF2-B22C-BBDB2D67AAF7}" sibTransId="{C5A86906-D1C5-4864-9965-565EC6D4727F}"/>
    <dgm:cxn modelId="{07243137-BF73-4A19-8A73-2455958D06FB}" type="presOf" srcId="{24C1193D-A08C-46B4-8CDC-13F4C94C963F}" destId="{F3B76B8F-1DB8-46CC-8E6C-CAE4EBB2C512}" srcOrd="1" destOrd="0" presId="urn:microsoft.com/office/officeart/2005/8/layout/orgChart1"/>
    <dgm:cxn modelId="{00F9BB39-4E41-438B-BB82-358C3FF1E8FD}" srcId="{9250EC5A-3516-42D3-8410-CF902D9E9074}" destId="{D611D5C1-7D3D-4BC0-B2D3-3521FF08866E}" srcOrd="2" destOrd="0" parTransId="{FBC07BED-0534-4299-9F24-65C2F1E12719}" sibTransId="{181AE3AE-3408-463E-9E6E-3E996FC5DE71}"/>
    <dgm:cxn modelId="{BB52063E-F579-4480-911E-8D931F57CC6E}" type="presOf" srcId="{7C7A321F-107B-48F7-B2D9-A6D5193BBED8}" destId="{8DC77231-7FCF-4B73-87E9-D638C9A1C0B7}" srcOrd="0" destOrd="0" presId="urn:microsoft.com/office/officeart/2005/8/layout/orgChart1"/>
    <dgm:cxn modelId="{983E2B5B-9586-4E47-AAD3-FBE7CC781939}" type="presOf" srcId="{E29C1BCC-54A8-49A9-87F4-77AAC6227433}" destId="{EA658AA6-1A36-4FEE-8358-4EB85DAE23C4}" srcOrd="0" destOrd="0" presId="urn:microsoft.com/office/officeart/2005/8/layout/orgChart1"/>
    <dgm:cxn modelId="{6AEE6C5F-BEDA-45DB-B205-A9FF19C860A1}" srcId="{23527279-5E57-464B-BEA1-E13AA95770DE}" destId="{9250EC5A-3516-42D3-8410-CF902D9E9074}" srcOrd="2" destOrd="0" parTransId="{A577AF6B-DBA8-4041-8341-34ECA35C46DE}" sibTransId="{48A7186B-0E70-47B2-8509-BD6CF204FAA7}"/>
    <dgm:cxn modelId="{FFF53C41-AAA9-49FB-AE22-840F1E3DF906}" srcId="{9250EC5A-3516-42D3-8410-CF902D9E9074}" destId="{153BC38E-9ACC-434D-9F7B-3B021AFB7AB5}" srcOrd="1" destOrd="0" parTransId="{50040954-27CF-40D1-839C-04C0FD52D95C}" sibTransId="{3FF0AD37-3325-4EAE-82D2-3284801C640C}"/>
    <dgm:cxn modelId="{EDDE9B41-2E21-42CA-B65E-8BA7E51B66CC}" type="presOf" srcId="{D611D5C1-7D3D-4BC0-B2D3-3521FF08866E}" destId="{4AD77D01-CAE9-4935-BB72-A36B794920A2}" srcOrd="0" destOrd="0" presId="urn:microsoft.com/office/officeart/2005/8/layout/orgChart1"/>
    <dgm:cxn modelId="{797A0A62-8BD5-44FE-8F91-A8B6EE39A6B7}" type="presOf" srcId="{D66F7A53-200C-4B6C-9BDE-54DEB520658F}" destId="{6C5A33F0-3011-4CF6-86B1-7F885A99252E}" srcOrd="0" destOrd="0" presId="urn:microsoft.com/office/officeart/2005/8/layout/orgChart1"/>
    <dgm:cxn modelId="{48497462-CC9A-40D8-86CE-65BBF18B2C25}" type="presOf" srcId="{B5FAF3F3-D812-4F1A-AC29-6DDA1D98E8DE}" destId="{F61319CE-80BC-4D2E-86B8-7A7F740D2235}" srcOrd="0" destOrd="0" presId="urn:microsoft.com/office/officeart/2005/8/layout/orgChart1"/>
    <dgm:cxn modelId="{E571C142-E47C-46EE-8099-CF58C6679820}" type="presOf" srcId="{8F7EE31D-3BE2-4F1D-9AF0-2200235CADAB}" destId="{72A8D481-84B8-4D9E-A951-867736830116}" srcOrd="0" destOrd="0" presId="urn:microsoft.com/office/officeart/2005/8/layout/orgChart1"/>
    <dgm:cxn modelId="{39E2A565-5B40-4DBA-8BA2-2A7599D0F58B}" type="presOf" srcId="{A7E9FAC4-5EB5-4E7B-A61D-DB738E962321}" destId="{73013FB8-F58B-43CD-816B-E8470F629378}" srcOrd="0" destOrd="0" presId="urn:microsoft.com/office/officeart/2005/8/layout/orgChart1"/>
    <dgm:cxn modelId="{7E93B565-0727-42E9-82BB-9CEA6CF51E8E}" srcId="{23527279-5E57-464B-BEA1-E13AA95770DE}" destId="{DA0A16A3-2A9C-45B9-A463-624968C7999F}" srcOrd="1" destOrd="0" parTransId="{8F7EE31D-3BE2-4F1D-9AF0-2200235CADAB}" sibTransId="{014AE3A7-C13C-42AD-88DC-0609E2BA87ED}"/>
    <dgm:cxn modelId="{E5CA8046-5B2F-472B-BCCE-61F96252CCEC}" type="presOf" srcId="{5B3162C0-4783-4023-83F3-3810FDEC36F0}" destId="{15F149B1-ECB1-491E-8AFF-F61640ECF406}" srcOrd="0" destOrd="0" presId="urn:microsoft.com/office/officeart/2005/8/layout/orgChart1"/>
    <dgm:cxn modelId="{2AC5A546-CD01-4E5B-83C8-202979E59FC4}" type="presOf" srcId="{E61911E8-EBF8-4D90-85D2-6D313012E6E8}" destId="{6FC2A639-6440-4378-A182-FDC42B1F74EE}" srcOrd="0" destOrd="0" presId="urn:microsoft.com/office/officeart/2005/8/layout/orgChart1"/>
    <dgm:cxn modelId="{E7115348-4044-42C5-BA99-465EBB07BD02}" type="presOf" srcId="{50040954-27CF-40D1-839C-04C0FD52D95C}" destId="{EC1C5FED-4E5C-4DEB-991C-5C41560EDB3F}" srcOrd="0" destOrd="0" presId="urn:microsoft.com/office/officeart/2005/8/layout/orgChart1"/>
    <dgm:cxn modelId="{8DB99048-0886-493D-A407-15EEF21AFF5A}" type="presOf" srcId="{FF5CE3B1-8012-4703-BBE7-225F70CC1127}" destId="{6E7499A7-DEC5-427C-BB68-D28CAA48DED4}" srcOrd="0" destOrd="0" presId="urn:microsoft.com/office/officeart/2005/8/layout/orgChart1"/>
    <dgm:cxn modelId="{3606BC68-E50C-4C13-B790-97D35B617AB0}" type="presOf" srcId="{9250EC5A-3516-42D3-8410-CF902D9E9074}" destId="{5BFF35C5-10DF-4DD6-8ADB-4CB699913764}" srcOrd="0" destOrd="0" presId="urn:microsoft.com/office/officeart/2005/8/layout/orgChart1"/>
    <dgm:cxn modelId="{27B6D048-BAB8-4FC4-A8C3-99F7F9DC7D30}" type="presOf" srcId="{BCDA1A54-EB3E-49C2-A0F1-B5F127D448B1}" destId="{E1900F34-6CEF-44E7-81AD-BE828226F668}" srcOrd="0" destOrd="0" presId="urn:microsoft.com/office/officeart/2005/8/layout/orgChart1"/>
    <dgm:cxn modelId="{7F7D7D69-9151-4817-91E0-F5C8BA10CD17}" srcId="{D35E1D83-50BD-4C33-9C8D-17482BF1F5BE}" destId="{23527279-5E57-464B-BEA1-E13AA95770DE}" srcOrd="0" destOrd="0" parTransId="{F999F41F-90D9-491A-A049-FCC4CA5BE6B8}" sibTransId="{1962E435-5184-4745-A7FB-183AE0F4E5E8}"/>
    <dgm:cxn modelId="{87CC426A-7103-4C55-B59A-81B5F2116932}" type="presOf" srcId="{BCDA1A54-EB3E-49C2-A0F1-B5F127D448B1}" destId="{05DBCCC7-BE1E-4808-9A89-1BA9379EA98C}" srcOrd="1" destOrd="0" presId="urn:microsoft.com/office/officeart/2005/8/layout/orgChart1"/>
    <dgm:cxn modelId="{844B314B-F6D6-4EC7-9EE1-D43555342D3F}" type="presOf" srcId="{00133F3A-5ED9-4D8F-BD68-7E6C958C077D}" destId="{49B96FC8-9FAD-4C91-8098-F8D715434A88}" srcOrd="0" destOrd="0" presId="urn:microsoft.com/office/officeart/2005/8/layout/orgChart1"/>
    <dgm:cxn modelId="{FA596C6B-3123-4F57-AC13-3FE804D47A24}" srcId="{23527279-5E57-464B-BEA1-E13AA95770DE}" destId="{E95D3C53-910C-463E-8B79-787FA0E3292B}" srcOrd="0" destOrd="0" parTransId="{5B3162C0-4783-4023-83F3-3810FDEC36F0}" sibTransId="{72C25B8E-AA04-4B5C-8306-C6CD3A330340}"/>
    <dgm:cxn modelId="{E912AB4E-82FF-4F63-A0A5-BE2FAF4EE4E4}" type="presOf" srcId="{82565377-B151-486B-85A6-8F6BD181B817}" destId="{F3CABBB7-714F-4085-AA84-F79E9BB06947}" srcOrd="1" destOrd="0" presId="urn:microsoft.com/office/officeart/2005/8/layout/orgChart1"/>
    <dgm:cxn modelId="{C7FD7B73-85BA-4E6E-8CCF-577A41300627}" srcId="{DA0A16A3-2A9C-45B9-A463-624968C7999F}" destId="{FF5CE3B1-8012-4703-BBE7-225F70CC1127}" srcOrd="0" destOrd="0" parTransId="{E61911E8-EBF8-4D90-85D2-6D313012E6E8}" sibTransId="{80F2A1BF-54EE-4F9D-9D93-03ADE8EF6F87}"/>
    <dgm:cxn modelId="{09B9E473-91A9-4823-B279-A4B6587F93F8}" type="presOf" srcId="{A17DD8FA-CDCF-4C3F-A346-0D95148DD6B8}" destId="{E74628E3-1661-4D35-844D-211C98E32604}" srcOrd="0" destOrd="0" presId="urn:microsoft.com/office/officeart/2005/8/layout/orgChart1"/>
    <dgm:cxn modelId="{9A9C1F74-C428-4BD3-8A0A-C13977EDBE66}" type="presOf" srcId="{6EAA5B34-2B73-4137-8ED6-04D6F29F2CFC}" destId="{CB0BE5BF-9EB0-4771-B461-1C1856811B9B}" srcOrd="0" destOrd="0" presId="urn:microsoft.com/office/officeart/2005/8/layout/orgChart1"/>
    <dgm:cxn modelId="{C5B67956-1262-4347-B837-267E878CA815}" type="presOf" srcId="{550902E2-11A5-43F1-BFB5-F6AB4ABA9F74}" destId="{6F7A135F-C51D-44E5-A063-921F939EA251}" srcOrd="0" destOrd="0" presId="urn:microsoft.com/office/officeart/2005/8/layout/orgChart1"/>
    <dgm:cxn modelId="{EE347A7E-7281-4B68-82D5-7B4C5EF17C09}" type="presOf" srcId="{FF5CE3B1-8012-4703-BBE7-225F70CC1127}" destId="{ABCA8F68-E12C-4721-9014-B19E942D0FC1}" srcOrd="1" destOrd="0" presId="urn:microsoft.com/office/officeart/2005/8/layout/orgChart1"/>
    <dgm:cxn modelId="{02217B81-7AD6-455C-8253-283858DBCA8D}" srcId="{E95D3C53-910C-463E-8B79-787FA0E3292B}" destId="{BE39898A-3164-4C7A-A88A-46F1DD0EF01D}" srcOrd="0" destOrd="0" parTransId="{04F0DBD6-DB16-41A8-948C-EB42254FA623}" sibTransId="{8362B5E2-2B72-4397-86AE-577E88503F27}"/>
    <dgm:cxn modelId="{877F8581-A4A0-4BAB-B678-21AE5BA2C12C}" type="presOf" srcId="{DA1E010C-8531-45AA-BF84-3A576B226C52}" destId="{F94137EA-0C81-4372-9814-AC5A3D953A8C}" srcOrd="0" destOrd="0" presId="urn:microsoft.com/office/officeart/2005/8/layout/orgChart1"/>
    <dgm:cxn modelId="{9BED5185-E782-4A72-B94F-7BB66F829461}" type="presOf" srcId="{71543C7C-6D9E-4E2F-B164-6906F642F16C}" destId="{3671EB42-88EF-412F-814E-A4C5E1C11FD5}" srcOrd="0" destOrd="0" presId="urn:microsoft.com/office/officeart/2005/8/layout/orgChart1"/>
    <dgm:cxn modelId="{A1B59489-4FE0-4311-BD0B-2A9992FAC799}" type="presOf" srcId="{9250EC5A-3516-42D3-8410-CF902D9E9074}" destId="{A4E5419C-F681-4AA5-BA3E-6F27626655BA}" srcOrd="1" destOrd="0" presId="urn:microsoft.com/office/officeart/2005/8/layout/orgChart1"/>
    <dgm:cxn modelId="{1909888B-318F-4D0D-A776-C71345DBDA91}" type="presOf" srcId="{E95D3C53-910C-463E-8B79-787FA0E3292B}" destId="{87CB7D90-6346-40A8-BC81-1E7365EEFED1}" srcOrd="1" destOrd="0" presId="urn:microsoft.com/office/officeart/2005/8/layout/orgChart1"/>
    <dgm:cxn modelId="{FFE9948C-8618-47CA-A899-C2565CD92815}" type="presOf" srcId="{57989E2F-4546-47E9-AE50-240DD83DCEEE}" destId="{88D1E684-8692-4E1A-8AD1-B578248BBA28}" srcOrd="1" destOrd="0" presId="urn:microsoft.com/office/officeart/2005/8/layout/orgChart1"/>
    <dgm:cxn modelId="{CB74AB8F-C61E-48F0-A7A8-76AA36890448}" type="presOf" srcId="{1FB5ED54-98EC-4C63-8B0C-D8A5992E301F}" destId="{AF4DF715-C02B-4C0A-8244-E71A00F99BA8}" srcOrd="1" destOrd="0" presId="urn:microsoft.com/office/officeart/2005/8/layout/orgChart1"/>
    <dgm:cxn modelId="{5E610292-BA66-48C5-AA9D-5BF2A268D70D}" type="presOf" srcId="{DA1E010C-8531-45AA-BF84-3A576B226C52}" destId="{D06C6CC0-9773-431B-AD58-59F83A3F1234}" srcOrd="1" destOrd="0" presId="urn:microsoft.com/office/officeart/2005/8/layout/orgChart1"/>
    <dgm:cxn modelId="{3483C29A-6A3C-44F3-B272-9BA0161AE141}" srcId="{23527279-5E57-464B-BEA1-E13AA95770DE}" destId="{82565377-B151-486B-85A6-8F6BD181B817}" srcOrd="8" destOrd="0" parTransId="{00133F3A-5ED9-4D8F-BD68-7E6C958C077D}" sibTransId="{51A253D6-C0A2-4590-A543-9CA4B2C320C2}"/>
    <dgm:cxn modelId="{A8779BA1-09DC-4767-ACB0-41A314D29978}" srcId="{23527279-5E57-464B-BEA1-E13AA95770DE}" destId="{DEA5B9A7-A0A8-47B3-B020-D159BF383D87}" srcOrd="5" destOrd="0" parTransId="{F7E4890F-A569-4544-95CE-C128961C9F85}" sibTransId="{84F23C8A-1493-4832-B115-195D8A02914E}"/>
    <dgm:cxn modelId="{7922DEA3-2A4E-4878-9586-641012E2C57C}" type="presOf" srcId="{F40711B7-BEB2-4AD4-BE92-5B20371B546A}" destId="{C6F33E37-1078-4678-B1D9-B87BBC5AA50A}" srcOrd="0" destOrd="0" presId="urn:microsoft.com/office/officeart/2005/8/layout/orgChart1"/>
    <dgm:cxn modelId="{CC4412A6-8B82-4E6A-8CF4-E087FB6597DD}" type="presOf" srcId="{B5E5D7C1-208D-4CB9-A5D7-DCB1919F623F}" destId="{9D81B319-8E01-4E82-8DD1-67C9BCFDAD8D}" srcOrd="0" destOrd="0" presId="urn:microsoft.com/office/officeart/2005/8/layout/orgChart1"/>
    <dgm:cxn modelId="{5B492BA9-6AC8-4997-8548-9444DDB28570}" type="presOf" srcId="{DEA5B9A7-A0A8-47B3-B020-D159BF383D87}" destId="{75355858-0114-48EE-8206-BA7D1FCD3F2C}" srcOrd="1" destOrd="0" presId="urn:microsoft.com/office/officeart/2005/8/layout/orgChart1"/>
    <dgm:cxn modelId="{4D1AF6AA-9C17-4678-81F2-07BE186CAADA}" type="presOf" srcId="{7DEE57C8-EEF8-480C-B683-71AD79915FE5}" destId="{488A4958-61B0-484D-86BB-DD0FBA478918}" srcOrd="0" destOrd="0" presId="urn:microsoft.com/office/officeart/2005/8/layout/orgChart1"/>
    <dgm:cxn modelId="{42B99AAE-9044-433A-9235-FD8EC2528468}" type="presOf" srcId="{159F9535-7BC8-4EF2-B22C-BBDB2D67AAF7}" destId="{F01191DD-1E42-4D8C-88FE-67AFEFDC41AD}" srcOrd="0" destOrd="0" presId="urn:microsoft.com/office/officeart/2005/8/layout/orgChart1"/>
    <dgm:cxn modelId="{974206AF-E544-44F4-9F31-5590B0732A03}" srcId="{550902E2-11A5-43F1-BFB5-F6AB4ABA9F74}" destId="{B5E5D7C1-208D-4CB9-A5D7-DCB1919F623F}" srcOrd="4" destOrd="0" parTransId="{E29C1BCC-54A8-49A9-87F4-77AAC6227433}" sibTransId="{F6E7489F-BE96-4EFC-975B-38E060DF1B9E}"/>
    <dgm:cxn modelId="{B3C94BBA-7525-4E57-A323-2C98FE856E8E}" type="presOf" srcId="{BE39898A-3164-4C7A-A88A-46F1DD0EF01D}" destId="{726DF427-955E-473A-BD7C-E701474CE629}" srcOrd="0" destOrd="0" presId="urn:microsoft.com/office/officeart/2005/8/layout/orgChart1"/>
    <dgm:cxn modelId="{DA3089BE-6262-4636-9A22-0EEEA2FAFBCE}" type="presOf" srcId="{57989E2F-4546-47E9-AE50-240DD83DCEEE}" destId="{06BEC8C9-3DDB-4EE8-8385-8FB7D9E857D6}" srcOrd="0" destOrd="0" presId="urn:microsoft.com/office/officeart/2005/8/layout/orgChart1"/>
    <dgm:cxn modelId="{240A64C0-0227-4EC5-A344-92198BCC72F8}" srcId="{9250EC5A-3516-42D3-8410-CF902D9E9074}" destId="{24C1193D-A08C-46B4-8CDC-13F4C94C963F}" srcOrd="0" destOrd="0" parTransId="{C2F3767B-55A0-40A5-BF8B-CAAB59003498}" sibTransId="{FAFD2040-E89A-4F57-B30D-FFFAE67267F5}"/>
    <dgm:cxn modelId="{B2CEACC0-136A-47BD-A38E-605402EFFC56}" type="presOf" srcId="{AED0CFA2-5CA0-4759-A130-74B07538797B}" destId="{10A15C1D-2E81-487A-B7F3-1048A3E3807F}" srcOrd="0" destOrd="0" presId="urn:microsoft.com/office/officeart/2005/8/layout/orgChart1"/>
    <dgm:cxn modelId="{DBD4FBCD-624B-4F21-AFBD-A5346A9AD816}" type="presOf" srcId="{B5FAF3F3-D812-4F1A-AC29-6DDA1D98E8DE}" destId="{5CA55BB0-9AE8-480C-BBD7-F468B7865AC4}" srcOrd="1" destOrd="0" presId="urn:microsoft.com/office/officeart/2005/8/layout/orgChart1"/>
    <dgm:cxn modelId="{BB1CCBD0-B739-4BC8-9936-4A0A3327E81F}" type="presOf" srcId="{EB9D3222-0E6D-483B-A2CC-38F75716338B}" destId="{C1CBD38F-F277-4F4B-8271-144A37D1E73B}" srcOrd="0" destOrd="0" presId="urn:microsoft.com/office/officeart/2005/8/layout/orgChart1"/>
    <dgm:cxn modelId="{A2125DD4-3C91-4F66-9D1B-E6911420E1A8}" type="presOf" srcId="{C2F3767B-55A0-40A5-BF8B-CAAB59003498}" destId="{9DAD713C-C6EB-4E08-93E8-29C1CD0848AE}" srcOrd="0" destOrd="0" presId="urn:microsoft.com/office/officeart/2005/8/layout/orgChart1"/>
    <dgm:cxn modelId="{AAAF79D7-FE47-4607-8245-E84E5702CE3D}" type="presOf" srcId="{FBC07BED-0534-4299-9F24-65C2F1E12719}" destId="{040D77B1-6F4E-4EB5-8E51-1AC5D032C21E}" srcOrd="0" destOrd="0" presId="urn:microsoft.com/office/officeart/2005/8/layout/orgChart1"/>
    <dgm:cxn modelId="{222D21DA-8E2E-4D92-B7FB-441F900C33FC}" type="presOf" srcId="{D611D5C1-7D3D-4BC0-B2D3-3521FF08866E}" destId="{BC25060E-C6E8-4E34-BB5E-D682FACF5DC0}" srcOrd="1" destOrd="0" presId="urn:microsoft.com/office/officeart/2005/8/layout/orgChart1"/>
    <dgm:cxn modelId="{047A2CE2-641D-4F0E-A7FE-ADB72241773C}" type="presOf" srcId="{550902E2-11A5-43F1-BFB5-F6AB4ABA9F74}" destId="{9F34B01B-7040-48BE-A8F4-76B834EFEB04}" srcOrd="1" destOrd="0" presId="urn:microsoft.com/office/officeart/2005/8/layout/orgChart1"/>
    <dgm:cxn modelId="{AB05DDE2-3722-4A4B-99A5-B2DCB04C41A1}" type="presOf" srcId="{D35E1D83-50BD-4C33-9C8D-17482BF1F5BE}" destId="{AB6FDA13-D672-4C7B-A92D-5A6947CF79ED}" srcOrd="0" destOrd="0" presId="urn:microsoft.com/office/officeart/2005/8/layout/orgChart1"/>
    <dgm:cxn modelId="{AB9B01E3-CFC7-4BFF-8D90-A7CD04FF7A4E}" type="presOf" srcId="{1FB5ED54-98EC-4C63-8B0C-D8A5992E301F}" destId="{A9248550-925C-4A85-A1B4-039543281C37}" srcOrd="0" destOrd="0" presId="urn:microsoft.com/office/officeart/2005/8/layout/orgChart1"/>
    <dgm:cxn modelId="{B6B446E4-9252-432F-BF73-3599008680DD}" type="presOf" srcId="{04F0DBD6-DB16-41A8-948C-EB42254FA623}" destId="{6F05974A-C8A7-409A-B974-9D5BC930F1A0}" srcOrd="0" destOrd="0" presId="urn:microsoft.com/office/officeart/2005/8/layout/orgChart1"/>
    <dgm:cxn modelId="{1877A5E9-ACB8-46C5-9A1F-BAA22C92CBB2}" type="presOf" srcId="{8504E2E2-DD4E-4FF4-9E75-AAC7CD4D8227}" destId="{5A221EF5-C5E2-4A52-B7FB-C3244E58649F}" srcOrd="0" destOrd="0" presId="urn:microsoft.com/office/officeart/2005/8/layout/orgChart1"/>
    <dgm:cxn modelId="{1FBF43EC-5A24-45B8-8F35-D9F13B35EDF8}" srcId="{550902E2-11A5-43F1-BFB5-F6AB4ABA9F74}" destId="{1FB5ED54-98EC-4C63-8B0C-D8A5992E301F}" srcOrd="5" destOrd="0" parTransId="{EB45AC27-FF65-4B29-98B8-1AB67DA050A7}" sibTransId="{7913D974-BD14-43DE-9E3B-2E1DCB7BE3EA}"/>
    <dgm:cxn modelId="{2E473DEE-4265-4C73-AB24-6C2C4D47E156}" type="presOf" srcId="{A7DFAF0A-7809-4E01-8ABE-B59E1E8C915A}" destId="{D5678EF9-3501-46F6-A2E6-8CFCE7ED6743}" srcOrd="0" destOrd="0" presId="urn:microsoft.com/office/officeart/2005/8/layout/orgChart1"/>
    <dgm:cxn modelId="{21467AF1-C49C-42E5-BD15-02E1F034039C}" type="presOf" srcId="{EB45AC27-FF65-4B29-98B8-1AB67DA050A7}" destId="{41A8E275-AD6C-4293-959B-ACA0ACB1DCE0}" srcOrd="0" destOrd="0" presId="urn:microsoft.com/office/officeart/2005/8/layout/orgChart1"/>
    <dgm:cxn modelId="{F6FF37F3-E120-4ABE-8758-3D09D76E9CEC}" type="presOf" srcId="{F7E4890F-A569-4544-95CE-C128961C9F85}" destId="{271D041B-23BC-472A-9822-FFF332DF6AF2}" srcOrd="0" destOrd="0" presId="urn:microsoft.com/office/officeart/2005/8/layout/orgChart1"/>
    <dgm:cxn modelId="{865660F3-52C0-4B0F-95CD-4A8DBFBE4990}" type="presOf" srcId="{25DB2B39-E327-4B31-9E20-A5A4938E05F0}" destId="{83F91E6B-ECAF-4B22-902E-5895397A0F00}" srcOrd="0" destOrd="0" presId="urn:microsoft.com/office/officeart/2005/8/layout/orgChart1"/>
    <dgm:cxn modelId="{B98A1FF9-0F83-4B0D-A8A3-069FA9561EFA}" type="presOf" srcId="{71543C7C-6D9E-4E2F-B164-6906F642F16C}" destId="{A7302F2D-DA6B-49FD-85C2-0700494B3A31}" srcOrd="1" destOrd="0" presId="urn:microsoft.com/office/officeart/2005/8/layout/orgChart1"/>
    <dgm:cxn modelId="{28AE6EFB-8E73-48ED-B1F3-8D5D71F7F9F2}" type="presOf" srcId="{82565377-B151-486B-85A6-8F6BD181B817}" destId="{340DD012-A964-4E19-AC18-3D07A8161790}" srcOrd="0" destOrd="0" presId="urn:microsoft.com/office/officeart/2005/8/layout/orgChart1"/>
    <dgm:cxn modelId="{00909FFD-9091-4A9F-94E0-2CD7D13B47D8}" type="presOf" srcId="{A577AF6B-DBA8-4041-8341-34ECA35C46DE}" destId="{E4612146-DCF3-4689-A975-4E4C882F0AF6}" srcOrd="0" destOrd="0" presId="urn:microsoft.com/office/officeart/2005/8/layout/orgChart1"/>
    <dgm:cxn modelId="{D7F4A9FE-6690-42A8-B72F-FD20793E4A6A}" type="presOf" srcId="{6EAA5B34-2B73-4137-8ED6-04D6F29F2CFC}" destId="{271537F1-A980-4136-B36D-C645AB677C77}" srcOrd="1" destOrd="0" presId="urn:microsoft.com/office/officeart/2005/8/layout/orgChart1"/>
    <dgm:cxn modelId="{7E22F8FF-E309-4632-84C2-959E2EFC2CD0}" type="presOf" srcId="{153BC38E-9ACC-434D-9F7B-3B021AFB7AB5}" destId="{7D18765B-2F89-4EF8-ADAA-01C283AEDE85}" srcOrd="1" destOrd="0" presId="urn:microsoft.com/office/officeart/2005/8/layout/orgChart1"/>
    <dgm:cxn modelId="{461CF809-8379-4258-90A3-33294E7A00B3}" type="presParOf" srcId="{AB6FDA13-D672-4C7B-A92D-5A6947CF79ED}" destId="{1386C9F3-6A9F-4495-8156-9C8A98DF4312}" srcOrd="0" destOrd="0" presId="urn:microsoft.com/office/officeart/2005/8/layout/orgChart1"/>
    <dgm:cxn modelId="{604E29F5-37F4-41C1-BA26-DCEA56EF5F3D}" type="presParOf" srcId="{1386C9F3-6A9F-4495-8156-9C8A98DF4312}" destId="{636483A3-4C86-4E69-8072-C3809192071A}" srcOrd="0" destOrd="0" presId="urn:microsoft.com/office/officeart/2005/8/layout/orgChart1"/>
    <dgm:cxn modelId="{528DB00D-69DD-402B-9D90-048A8089EC3D}" type="presParOf" srcId="{636483A3-4C86-4E69-8072-C3809192071A}" destId="{37031146-0F21-4810-A98A-00F2A5CF363C}" srcOrd="0" destOrd="0" presId="urn:microsoft.com/office/officeart/2005/8/layout/orgChart1"/>
    <dgm:cxn modelId="{54D17A38-8869-4728-9994-16D9107E96B7}" type="presParOf" srcId="{636483A3-4C86-4E69-8072-C3809192071A}" destId="{B8BBE31A-FC74-4217-AB15-849A9DF9B498}" srcOrd="1" destOrd="0" presId="urn:microsoft.com/office/officeart/2005/8/layout/orgChart1"/>
    <dgm:cxn modelId="{EECF4613-ACBA-471A-A585-2A8A73F40ADB}" type="presParOf" srcId="{1386C9F3-6A9F-4495-8156-9C8A98DF4312}" destId="{53864CA9-F33B-4987-9757-75CB598BA7F6}" srcOrd="1" destOrd="0" presId="urn:microsoft.com/office/officeart/2005/8/layout/orgChart1"/>
    <dgm:cxn modelId="{867BEEB8-DBCC-4120-82CA-AAD1BAC57EBA}" type="presParOf" srcId="{53864CA9-F33B-4987-9757-75CB598BA7F6}" destId="{15F149B1-ECB1-491E-8AFF-F61640ECF406}" srcOrd="0" destOrd="0" presId="urn:microsoft.com/office/officeart/2005/8/layout/orgChart1"/>
    <dgm:cxn modelId="{69CC11E2-9017-4E08-9BAB-30B27FB28B13}" type="presParOf" srcId="{53864CA9-F33B-4987-9757-75CB598BA7F6}" destId="{C5749F90-1690-4278-AF8B-72433AD81E16}" srcOrd="1" destOrd="0" presId="urn:microsoft.com/office/officeart/2005/8/layout/orgChart1"/>
    <dgm:cxn modelId="{8B5A8546-C90D-442A-9BFE-E6C812F74C9F}" type="presParOf" srcId="{C5749F90-1690-4278-AF8B-72433AD81E16}" destId="{7B833A36-C812-47E9-B63C-55E6CCED8667}" srcOrd="0" destOrd="0" presId="urn:microsoft.com/office/officeart/2005/8/layout/orgChart1"/>
    <dgm:cxn modelId="{8B2F6898-4588-444E-87C1-A7BF5C6B251E}" type="presParOf" srcId="{7B833A36-C812-47E9-B63C-55E6CCED8667}" destId="{211132D9-824B-4DF2-8C35-BDF3EC1B9329}" srcOrd="0" destOrd="0" presId="urn:microsoft.com/office/officeart/2005/8/layout/orgChart1"/>
    <dgm:cxn modelId="{7A41B577-ED03-4EA5-B0DD-CE838B730FD9}" type="presParOf" srcId="{7B833A36-C812-47E9-B63C-55E6CCED8667}" destId="{87CB7D90-6346-40A8-BC81-1E7365EEFED1}" srcOrd="1" destOrd="0" presId="urn:microsoft.com/office/officeart/2005/8/layout/orgChart1"/>
    <dgm:cxn modelId="{6FC44CAB-FB1D-4673-91F9-5F56622D5501}" type="presParOf" srcId="{C5749F90-1690-4278-AF8B-72433AD81E16}" destId="{858DA4D5-428E-473B-8756-3518B6CF2FF0}" srcOrd="1" destOrd="0" presId="urn:microsoft.com/office/officeart/2005/8/layout/orgChart1"/>
    <dgm:cxn modelId="{C612671B-52BC-4EAB-B4F4-154A4CFCB4CF}" type="presParOf" srcId="{858DA4D5-428E-473B-8756-3518B6CF2FF0}" destId="{6F05974A-C8A7-409A-B974-9D5BC930F1A0}" srcOrd="0" destOrd="0" presId="urn:microsoft.com/office/officeart/2005/8/layout/orgChart1"/>
    <dgm:cxn modelId="{34F4810E-EE2A-4EEF-B4E2-3B9501682517}" type="presParOf" srcId="{858DA4D5-428E-473B-8756-3518B6CF2FF0}" destId="{BDD71956-229A-4B35-B5AB-B078F0A1D5E7}" srcOrd="1" destOrd="0" presId="urn:microsoft.com/office/officeart/2005/8/layout/orgChart1"/>
    <dgm:cxn modelId="{01778030-ACA5-4994-8C59-38D051B0F9E5}" type="presParOf" srcId="{BDD71956-229A-4B35-B5AB-B078F0A1D5E7}" destId="{8D4EA48E-21EB-4BC6-A039-4DAC20578294}" srcOrd="0" destOrd="0" presId="urn:microsoft.com/office/officeart/2005/8/layout/orgChart1"/>
    <dgm:cxn modelId="{1F669DFB-B91B-433A-B6D4-62827175E636}" type="presParOf" srcId="{8D4EA48E-21EB-4BC6-A039-4DAC20578294}" destId="{726DF427-955E-473A-BD7C-E701474CE629}" srcOrd="0" destOrd="0" presId="urn:microsoft.com/office/officeart/2005/8/layout/orgChart1"/>
    <dgm:cxn modelId="{DE9642AD-9500-4F36-9FC2-A682261B6A66}" type="presParOf" srcId="{8D4EA48E-21EB-4BC6-A039-4DAC20578294}" destId="{5138EEBA-F2FF-4670-A70E-52CFD970E654}" srcOrd="1" destOrd="0" presId="urn:microsoft.com/office/officeart/2005/8/layout/orgChart1"/>
    <dgm:cxn modelId="{97B3F6F2-E512-4A8E-BA60-D79B4F332844}" type="presParOf" srcId="{BDD71956-229A-4B35-B5AB-B078F0A1D5E7}" destId="{764A8F9A-73E7-4F63-827A-AB6475967462}" srcOrd="1" destOrd="0" presId="urn:microsoft.com/office/officeart/2005/8/layout/orgChart1"/>
    <dgm:cxn modelId="{6E98F85A-2464-4AF3-98AC-FACB944D4120}" type="presParOf" srcId="{BDD71956-229A-4B35-B5AB-B078F0A1D5E7}" destId="{21990790-A8D1-4C5C-8065-1212DFCC76C8}" srcOrd="2" destOrd="0" presId="urn:microsoft.com/office/officeart/2005/8/layout/orgChart1"/>
    <dgm:cxn modelId="{1E99960D-EF5A-430C-A607-4D5B96D7CC7F}" type="presParOf" srcId="{C5749F90-1690-4278-AF8B-72433AD81E16}" destId="{1CA3FFD4-5509-4A16-8658-F77E1F35C500}" srcOrd="2" destOrd="0" presId="urn:microsoft.com/office/officeart/2005/8/layout/orgChart1"/>
    <dgm:cxn modelId="{B6138822-E1BF-4D66-828E-924A9EBE76F1}" type="presParOf" srcId="{53864CA9-F33B-4987-9757-75CB598BA7F6}" destId="{72A8D481-84B8-4D9E-A951-867736830116}" srcOrd="2" destOrd="0" presId="urn:microsoft.com/office/officeart/2005/8/layout/orgChart1"/>
    <dgm:cxn modelId="{AC172C82-7636-4DC2-86AA-BC60094F0E81}" type="presParOf" srcId="{53864CA9-F33B-4987-9757-75CB598BA7F6}" destId="{6AA4B68D-46CF-474B-AA74-788C41EFC364}" srcOrd="3" destOrd="0" presId="urn:microsoft.com/office/officeart/2005/8/layout/orgChart1"/>
    <dgm:cxn modelId="{F3C4E073-80B4-49D8-8E4F-A1945E5F9C38}" type="presParOf" srcId="{6AA4B68D-46CF-474B-AA74-788C41EFC364}" destId="{835C80E6-B6F7-4D30-8450-7C3FAF092CFD}" srcOrd="0" destOrd="0" presId="urn:microsoft.com/office/officeart/2005/8/layout/orgChart1"/>
    <dgm:cxn modelId="{25876CD1-19CE-467C-A407-9FAF0FCECC1C}" type="presParOf" srcId="{835C80E6-B6F7-4D30-8450-7C3FAF092CFD}" destId="{B4B8BE46-11D7-4665-82E1-E47E30B99B41}" srcOrd="0" destOrd="0" presId="urn:microsoft.com/office/officeart/2005/8/layout/orgChart1"/>
    <dgm:cxn modelId="{56120E2F-519C-4ABC-B36A-04BEA43DBF3D}" type="presParOf" srcId="{835C80E6-B6F7-4D30-8450-7C3FAF092CFD}" destId="{B9577189-0D75-4568-9FD4-BD32BE24BD7D}" srcOrd="1" destOrd="0" presId="urn:microsoft.com/office/officeart/2005/8/layout/orgChart1"/>
    <dgm:cxn modelId="{B87105B9-A095-402A-A17D-C0685C0824FE}" type="presParOf" srcId="{6AA4B68D-46CF-474B-AA74-788C41EFC364}" destId="{5C3DB673-56C0-4418-8088-1D237B4B94AC}" srcOrd="1" destOrd="0" presId="urn:microsoft.com/office/officeart/2005/8/layout/orgChart1"/>
    <dgm:cxn modelId="{552A6931-6639-4997-AF6E-24C3427C399E}" type="presParOf" srcId="{5C3DB673-56C0-4418-8088-1D237B4B94AC}" destId="{6FC2A639-6440-4378-A182-FDC42B1F74EE}" srcOrd="0" destOrd="0" presId="urn:microsoft.com/office/officeart/2005/8/layout/orgChart1"/>
    <dgm:cxn modelId="{8D7E14C7-4C23-4713-9554-103F0FCB8D31}" type="presParOf" srcId="{5C3DB673-56C0-4418-8088-1D237B4B94AC}" destId="{462AEC4D-9E4B-4AE1-B686-E2324256ECA9}" srcOrd="1" destOrd="0" presId="urn:microsoft.com/office/officeart/2005/8/layout/orgChart1"/>
    <dgm:cxn modelId="{8261A7E4-6201-4001-8AEA-B7DDBCD44EC3}" type="presParOf" srcId="{462AEC4D-9E4B-4AE1-B686-E2324256ECA9}" destId="{F6FDA369-030D-41D7-922F-D6E3FADBCA19}" srcOrd="0" destOrd="0" presId="urn:microsoft.com/office/officeart/2005/8/layout/orgChart1"/>
    <dgm:cxn modelId="{C84F0519-850C-49EC-9514-4294896A14E6}" type="presParOf" srcId="{F6FDA369-030D-41D7-922F-D6E3FADBCA19}" destId="{6E7499A7-DEC5-427C-BB68-D28CAA48DED4}" srcOrd="0" destOrd="0" presId="urn:microsoft.com/office/officeart/2005/8/layout/orgChart1"/>
    <dgm:cxn modelId="{DFE3F921-8BF6-4FA9-B75B-109C2BB54D78}" type="presParOf" srcId="{F6FDA369-030D-41D7-922F-D6E3FADBCA19}" destId="{ABCA8F68-E12C-4721-9014-B19E942D0FC1}" srcOrd="1" destOrd="0" presId="urn:microsoft.com/office/officeart/2005/8/layout/orgChart1"/>
    <dgm:cxn modelId="{A58D3DF4-AF1D-40D4-B9E9-F3A54BCE5899}" type="presParOf" srcId="{462AEC4D-9E4B-4AE1-B686-E2324256ECA9}" destId="{E9DC7C3B-990D-4CAA-8276-789B46176085}" srcOrd="1" destOrd="0" presId="urn:microsoft.com/office/officeart/2005/8/layout/orgChart1"/>
    <dgm:cxn modelId="{0C4996A7-72C6-4BAF-B932-22BFC3C2630A}" type="presParOf" srcId="{462AEC4D-9E4B-4AE1-B686-E2324256ECA9}" destId="{A2031D26-D024-4A3B-AB9C-3383D45BC301}" srcOrd="2" destOrd="0" presId="urn:microsoft.com/office/officeart/2005/8/layout/orgChart1"/>
    <dgm:cxn modelId="{C2F59564-12E6-4DC2-958B-FF53AFF1870C}" type="presParOf" srcId="{6AA4B68D-46CF-474B-AA74-788C41EFC364}" destId="{CC2B28C1-AF37-403C-9300-672D6DB0D1D8}" srcOrd="2" destOrd="0" presId="urn:microsoft.com/office/officeart/2005/8/layout/orgChart1"/>
    <dgm:cxn modelId="{FDACAB08-1F28-4DE4-B74A-D584C439A0EE}" type="presParOf" srcId="{53864CA9-F33B-4987-9757-75CB598BA7F6}" destId="{E4612146-DCF3-4689-A975-4E4C882F0AF6}" srcOrd="4" destOrd="0" presId="urn:microsoft.com/office/officeart/2005/8/layout/orgChart1"/>
    <dgm:cxn modelId="{167CEF28-CADB-432B-BCD3-2E44E8693BBF}" type="presParOf" srcId="{53864CA9-F33B-4987-9757-75CB598BA7F6}" destId="{7821A299-1F83-414A-94C4-36E2A3C7409C}" srcOrd="5" destOrd="0" presId="urn:microsoft.com/office/officeart/2005/8/layout/orgChart1"/>
    <dgm:cxn modelId="{0342F8F8-529B-4ED6-BC20-1BB7911B57A4}" type="presParOf" srcId="{7821A299-1F83-414A-94C4-36E2A3C7409C}" destId="{99494DD5-4DB0-4FCA-A6E1-999D073DCE5E}" srcOrd="0" destOrd="0" presId="urn:microsoft.com/office/officeart/2005/8/layout/orgChart1"/>
    <dgm:cxn modelId="{11E0978C-D6E0-43FE-AE67-90FC1236682F}" type="presParOf" srcId="{99494DD5-4DB0-4FCA-A6E1-999D073DCE5E}" destId="{5BFF35C5-10DF-4DD6-8ADB-4CB699913764}" srcOrd="0" destOrd="0" presId="urn:microsoft.com/office/officeart/2005/8/layout/orgChart1"/>
    <dgm:cxn modelId="{E8A8B6F6-B966-45CA-8EF1-B91F6420D9A3}" type="presParOf" srcId="{99494DD5-4DB0-4FCA-A6E1-999D073DCE5E}" destId="{A4E5419C-F681-4AA5-BA3E-6F27626655BA}" srcOrd="1" destOrd="0" presId="urn:microsoft.com/office/officeart/2005/8/layout/orgChart1"/>
    <dgm:cxn modelId="{DE5124AB-1C39-4F78-9816-E052CF1B4E7D}" type="presParOf" srcId="{7821A299-1F83-414A-94C4-36E2A3C7409C}" destId="{653451BE-29F4-47C2-BE46-0A2E27E8D562}" srcOrd="1" destOrd="0" presId="urn:microsoft.com/office/officeart/2005/8/layout/orgChart1"/>
    <dgm:cxn modelId="{FE2CCCBC-CC68-4E0B-800B-F614FC26796D}" type="presParOf" srcId="{653451BE-29F4-47C2-BE46-0A2E27E8D562}" destId="{9DAD713C-C6EB-4E08-93E8-29C1CD0848AE}" srcOrd="0" destOrd="0" presId="urn:microsoft.com/office/officeart/2005/8/layout/orgChart1"/>
    <dgm:cxn modelId="{6420E211-03FC-4964-9186-FE3719181AC5}" type="presParOf" srcId="{653451BE-29F4-47C2-BE46-0A2E27E8D562}" destId="{60DE9B05-DA9C-4689-80EE-B1FD0BD09834}" srcOrd="1" destOrd="0" presId="urn:microsoft.com/office/officeart/2005/8/layout/orgChart1"/>
    <dgm:cxn modelId="{DB286299-93E9-4082-B569-FA24EF2323D9}" type="presParOf" srcId="{60DE9B05-DA9C-4689-80EE-B1FD0BD09834}" destId="{BD1559C7-DC87-4020-90CD-9CA7A2FD5778}" srcOrd="0" destOrd="0" presId="urn:microsoft.com/office/officeart/2005/8/layout/orgChart1"/>
    <dgm:cxn modelId="{2A683CFC-107E-496F-9BD1-539EE9C066A2}" type="presParOf" srcId="{BD1559C7-DC87-4020-90CD-9CA7A2FD5778}" destId="{1E22716F-C0AA-429B-A078-D55CF1C55E33}" srcOrd="0" destOrd="0" presId="urn:microsoft.com/office/officeart/2005/8/layout/orgChart1"/>
    <dgm:cxn modelId="{AD4D33D0-7490-4886-ABAC-76583879D825}" type="presParOf" srcId="{BD1559C7-DC87-4020-90CD-9CA7A2FD5778}" destId="{F3B76B8F-1DB8-46CC-8E6C-CAE4EBB2C512}" srcOrd="1" destOrd="0" presId="urn:microsoft.com/office/officeart/2005/8/layout/orgChart1"/>
    <dgm:cxn modelId="{635B80A6-590F-48B9-8506-4FD784122FB7}" type="presParOf" srcId="{60DE9B05-DA9C-4689-80EE-B1FD0BD09834}" destId="{3DAF862D-20AF-41E3-B5EE-1CB572C87EC4}" srcOrd="1" destOrd="0" presId="urn:microsoft.com/office/officeart/2005/8/layout/orgChart1"/>
    <dgm:cxn modelId="{5347566F-BF75-4515-8F25-F942BC6C6F5B}" type="presParOf" srcId="{60DE9B05-DA9C-4689-80EE-B1FD0BD09834}" destId="{9E2F76B3-B0AB-4F72-8053-0507C89637A9}" srcOrd="2" destOrd="0" presId="urn:microsoft.com/office/officeart/2005/8/layout/orgChart1"/>
    <dgm:cxn modelId="{3DAE6ADD-86A7-493F-A43B-67AFE080B784}" type="presParOf" srcId="{653451BE-29F4-47C2-BE46-0A2E27E8D562}" destId="{EC1C5FED-4E5C-4DEB-991C-5C41560EDB3F}" srcOrd="2" destOrd="0" presId="urn:microsoft.com/office/officeart/2005/8/layout/orgChart1"/>
    <dgm:cxn modelId="{AD4DFDCF-3CAD-4AC2-A51A-A9A3ECC3BCD2}" type="presParOf" srcId="{653451BE-29F4-47C2-BE46-0A2E27E8D562}" destId="{DB7BF7F5-A309-43C9-A0BA-8A86A2969DA8}" srcOrd="3" destOrd="0" presId="urn:microsoft.com/office/officeart/2005/8/layout/orgChart1"/>
    <dgm:cxn modelId="{7EE61B71-F0FD-461A-B4B4-E44D97698C2B}" type="presParOf" srcId="{DB7BF7F5-A309-43C9-A0BA-8A86A2969DA8}" destId="{72914681-23D5-474C-897C-D33E1EFD409E}" srcOrd="0" destOrd="0" presId="urn:microsoft.com/office/officeart/2005/8/layout/orgChart1"/>
    <dgm:cxn modelId="{FAAFAE13-D6E5-4A8C-B8B9-4111C57A14EE}" type="presParOf" srcId="{72914681-23D5-474C-897C-D33E1EFD409E}" destId="{C38A6401-AB96-4923-AE3B-FBB063E6A09C}" srcOrd="0" destOrd="0" presId="urn:microsoft.com/office/officeart/2005/8/layout/orgChart1"/>
    <dgm:cxn modelId="{B468D8DE-C59A-49EE-9415-A0DCA99503A1}" type="presParOf" srcId="{72914681-23D5-474C-897C-D33E1EFD409E}" destId="{7D18765B-2F89-4EF8-ADAA-01C283AEDE85}" srcOrd="1" destOrd="0" presId="urn:microsoft.com/office/officeart/2005/8/layout/orgChart1"/>
    <dgm:cxn modelId="{21EFAFC0-883D-407C-A904-1AA4B30AB4B2}" type="presParOf" srcId="{DB7BF7F5-A309-43C9-A0BA-8A86A2969DA8}" destId="{975EDE71-6BA9-4175-B980-D83DEB188E50}" srcOrd="1" destOrd="0" presId="urn:microsoft.com/office/officeart/2005/8/layout/orgChart1"/>
    <dgm:cxn modelId="{B6051F48-B563-4314-93C4-0971E942E2EA}" type="presParOf" srcId="{DB7BF7F5-A309-43C9-A0BA-8A86A2969DA8}" destId="{A1DCFA73-190A-44DE-9FD8-0D45A6EA5D29}" srcOrd="2" destOrd="0" presId="urn:microsoft.com/office/officeart/2005/8/layout/orgChart1"/>
    <dgm:cxn modelId="{DB888D17-B538-4F42-ADB1-C0596BE5D349}" type="presParOf" srcId="{653451BE-29F4-47C2-BE46-0A2E27E8D562}" destId="{040D77B1-6F4E-4EB5-8E51-1AC5D032C21E}" srcOrd="4" destOrd="0" presId="urn:microsoft.com/office/officeart/2005/8/layout/orgChart1"/>
    <dgm:cxn modelId="{3F1AE814-5DCB-4795-9AFC-14AF9BA146D7}" type="presParOf" srcId="{653451BE-29F4-47C2-BE46-0A2E27E8D562}" destId="{82A1D61C-4B12-4E40-8A34-765CE94C7227}" srcOrd="5" destOrd="0" presId="urn:microsoft.com/office/officeart/2005/8/layout/orgChart1"/>
    <dgm:cxn modelId="{B21AB749-A66F-45AD-B368-70DB9FCEDF75}" type="presParOf" srcId="{82A1D61C-4B12-4E40-8A34-765CE94C7227}" destId="{EB1ED654-C81C-4940-8595-D0C741E1E5AD}" srcOrd="0" destOrd="0" presId="urn:microsoft.com/office/officeart/2005/8/layout/orgChart1"/>
    <dgm:cxn modelId="{1653602F-677C-497A-8F5B-81BC065E60CF}" type="presParOf" srcId="{EB1ED654-C81C-4940-8595-D0C741E1E5AD}" destId="{4AD77D01-CAE9-4935-BB72-A36B794920A2}" srcOrd="0" destOrd="0" presId="urn:microsoft.com/office/officeart/2005/8/layout/orgChart1"/>
    <dgm:cxn modelId="{2BB668A4-2769-40A8-9952-4C890101AF79}" type="presParOf" srcId="{EB1ED654-C81C-4940-8595-D0C741E1E5AD}" destId="{BC25060E-C6E8-4E34-BB5E-D682FACF5DC0}" srcOrd="1" destOrd="0" presId="urn:microsoft.com/office/officeart/2005/8/layout/orgChart1"/>
    <dgm:cxn modelId="{7A6D337F-056E-43A0-BB90-5F97341CED17}" type="presParOf" srcId="{82A1D61C-4B12-4E40-8A34-765CE94C7227}" destId="{CBF5A5F6-2424-456E-9153-69D8FC726778}" srcOrd="1" destOrd="0" presId="urn:microsoft.com/office/officeart/2005/8/layout/orgChart1"/>
    <dgm:cxn modelId="{69AA1532-DD79-4D0B-9098-953BD9DFDE79}" type="presParOf" srcId="{82A1D61C-4B12-4E40-8A34-765CE94C7227}" destId="{CE62F462-D5EA-4324-9EBC-AFFB7574DCC8}" srcOrd="2" destOrd="0" presId="urn:microsoft.com/office/officeart/2005/8/layout/orgChart1"/>
    <dgm:cxn modelId="{6662019C-96EF-4620-A92D-55F54BA0FA47}" type="presParOf" srcId="{653451BE-29F4-47C2-BE46-0A2E27E8D562}" destId="{E74628E3-1661-4D35-844D-211C98E32604}" srcOrd="6" destOrd="0" presId="urn:microsoft.com/office/officeart/2005/8/layout/orgChart1"/>
    <dgm:cxn modelId="{93F90368-F41B-40D1-88AE-E728222111EF}" type="presParOf" srcId="{653451BE-29F4-47C2-BE46-0A2E27E8D562}" destId="{7B0C0F21-A827-4E2E-BCE9-3C767EFE13B2}" srcOrd="7" destOrd="0" presId="urn:microsoft.com/office/officeart/2005/8/layout/orgChart1"/>
    <dgm:cxn modelId="{B3039C55-5800-4E9D-89C9-43F5635F1DE7}" type="presParOf" srcId="{7B0C0F21-A827-4E2E-BCE9-3C767EFE13B2}" destId="{CBDFD90D-284B-4C1F-8EE0-5B2000463E6D}" srcOrd="0" destOrd="0" presId="urn:microsoft.com/office/officeart/2005/8/layout/orgChart1"/>
    <dgm:cxn modelId="{AF139FF3-379E-4B0E-8A89-DF50C563C7DB}" type="presParOf" srcId="{CBDFD90D-284B-4C1F-8EE0-5B2000463E6D}" destId="{D5678EF9-3501-46F6-A2E6-8CFCE7ED6743}" srcOrd="0" destOrd="0" presId="urn:microsoft.com/office/officeart/2005/8/layout/orgChart1"/>
    <dgm:cxn modelId="{40F4BCB6-8025-4CED-AC5F-9D99E7512E77}" type="presParOf" srcId="{CBDFD90D-284B-4C1F-8EE0-5B2000463E6D}" destId="{88D4CB39-283E-4EF3-8D72-2665A58BD985}" srcOrd="1" destOrd="0" presId="urn:microsoft.com/office/officeart/2005/8/layout/orgChart1"/>
    <dgm:cxn modelId="{5BF23ABA-38D4-4D37-8E9B-493FA65D83EE}" type="presParOf" srcId="{7B0C0F21-A827-4E2E-BCE9-3C767EFE13B2}" destId="{35BC8201-083D-4B94-859E-E8E1AF9C8FBC}" srcOrd="1" destOrd="0" presId="urn:microsoft.com/office/officeart/2005/8/layout/orgChart1"/>
    <dgm:cxn modelId="{D7B8C129-1BEC-44B2-BA33-FE5DD88F3159}" type="presParOf" srcId="{7B0C0F21-A827-4E2E-BCE9-3C767EFE13B2}" destId="{37062D79-0F1F-4451-9793-464DB648F27C}" srcOrd="2" destOrd="0" presId="urn:microsoft.com/office/officeart/2005/8/layout/orgChart1"/>
    <dgm:cxn modelId="{32763995-250A-4063-98C2-FA6610ED7F5C}" type="presParOf" srcId="{7821A299-1F83-414A-94C4-36E2A3C7409C}" destId="{C19E3466-0B65-4A48-93C7-5FE9B340C5DE}" srcOrd="2" destOrd="0" presId="urn:microsoft.com/office/officeart/2005/8/layout/orgChart1"/>
    <dgm:cxn modelId="{CEBED128-DC3E-4B01-8C45-0E0968C9A213}" type="presParOf" srcId="{53864CA9-F33B-4987-9757-75CB598BA7F6}" destId="{C1CBD38F-F277-4F4B-8271-144A37D1E73B}" srcOrd="6" destOrd="0" presId="urn:microsoft.com/office/officeart/2005/8/layout/orgChart1"/>
    <dgm:cxn modelId="{F1B16C46-1598-4D74-9F3A-FE0DE2DC6860}" type="presParOf" srcId="{53864CA9-F33B-4987-9757-75CB598BA7F6}" destId="{C044999B-851F-41E3-A568-B5ADAF2E8C7C}" srcOrd="7" destOrd="0" presId="urn:microsoft.com/office/officeart/2005/8/layout/orgChart1"/>
    <dgm:cxn modelId="{44EEE4BF-D297-466C-840F-6BA45872EE52}" type="presParOf" srcId="{C044999B-851F-41E3-A568-B5ADAF2E8C7C}" destId="{465E8504-ECE4-4388-811B-7EA14F692842}" srcOrd="0" destOrd="0" presId="urn:microsoft.com/office/officeart/2005/8/layout/orgChart1"/>
    <dgm:cxn modelId="{B1B331B1-04EB-4193-A7A0-CF8D5194E416}" type="presParOf" srcId="{465E8504-ECE4-4388-811B-7EA14F692842}" destId="{6F7A135F-C51D-44E5-A063-921F939EA251}" srcOrd="0" destOrd="0" presId="urn:microsoft.com/office/officeart/2005/8/layout/orgChart1"/>
    <dgm:cxn modelId="{0EB7D2FD-1E7D-4650-B858-44A67F00362D}" type="presParOf" srcId="{465E8504-ECE4-4388-811B-7EA14F692842}" destId="{9F34B01B-7040-48BE-A8F4-76B834EFEB04}" srcOrd="1" destOrd="0" presId="urn:microsoft.com/office/officeart/2005/8/layout/orgChart1"/>
    <dgm:cxn modelId="{924161C6-B181-40F7-8E07-36E3A505AF2C}" type="presParOf" srcId="{C044999B-851F-41E3-A568-B5ADAF2E8C7C}" destId="{42CC0961-3FEC-42BE-A0E7-092B47B4DFC2}" srcOrd="1" destOrd="0" presId="urn:microsoft.com/office/officeart/2005/8/layout/orgChart1"/>
    <dgm:cxn modelId="{0C10FC0C-D404-4516-A1B7-70887EB4091B}" type="presParOf" srcId="{42CC0961-3FEC-42BE-A0E7-092B47B4DFC2}" destId="{C6F33E37-1078-4678-B1D9-B87BBC5AA50A}" srcOrd="0" destOrd="0" presId="urn:microsoft.com/office/officeart/2005/8/layout/orgChart1"/>
    <dgm:cxn modelId="{289520F3-E51C-48DC-BA5E-0479555B6939}" type="presParOf" srcId="{42CC0961-3FEC-42BE-A0E7-092B47B4DFC2}" destId="{FEDB52A0-614C-4093-9DEF-45E31D676AF2}" srcOrd="1" destOrd="0" presId="urn:microsoft.com/office/officeart/2005/8/layout/orgChart1"/>
    <dgm:cxn modelId="{0F4735B3-195B-48D9-A3D8-5A7C5C52D0AA}" type="presParOf" srcId="{FEDB52A0-614C-4093-9DEF-45E31D676AF2}" destId="{2B6420C7-4014-4AF7-9F99-46BE6CDF57EF}" srcOrd="0" destOrd="0" presId="urn:microsoft.com/office/officeart/2005/8/layout/orgChart1"/>
    <dgm:cxn modelId="{DF7FD41C-5786-49D1-8FA3-59FBF0C9A147}" type="presParOf" srcId="{2B6420C7-4014-4AF7-9F99-46BE6CDF57EF}" destId="{E1900F34-6CEF-44E7-81AD-BE828226F668}" srcOrd="0" destOrd="0" presId="urn:microsoft.com/office/officeart/2005/8/layout/orgChart1"/>
    <dgm:cxn modelId="{A872D8B2-0672-48B3-B1B9-BDE3AB611403}" type="presParOf" srcId="{2B6420C7-4014-4AF7-9F99-46BE6CDF57EF}" destId="{05DBCCC7-BE1E-4808-9A89-1BA9379EA98C}" srcOrd="1" destOrd="0" presId="urn:microsoft.com/office/officeart/2005/8/layout/orgChart1"/>
    <dgm:cxn modelId="{7DE32D5F-7D0D-4381-BAF4-E4DD61CB580F}" type="presParOf" srcId="{FEDB52A0-614C-4093-9DEF-45E31D676AF2}" destId="{5D21ADA8-A49C-4E72-A8C4-BC0D716C9D72}" srcOrd="1" destOrd="0" presId="urn:microsoft.com/office/officeart/2005/8/layout/orgChart1"/>
    <dgm:cxn modelId="{97910B52-7A18-4629-868E-A52F70D1C900}" type="presParOf" srcId="{FEDB52A0-614C-4093-9DEF-45E31D676AF2}" destId="{84C91122-56CE-4C1E-AAE2-2C224E8F0D89}" srcOrd="2" destOrd="0" presId="urn:microsoft.com/office/officeart/2005/8/layout/orgChart1"/>
    <dgm:cxn modelId="{BAB9AC34-F5F1-437E-BABD-BB0A6EF5FEB9}" type="presParOf" srcId="{42CC0961-3FEC-42BE-A0E7-092B47B4DFC2}" destId="{73013FB8-F58B-43CD-816B-E8470F629378}" srcOrd="2" destOrd="0" presId="urn:microsoft.com/office/officeart/2005/8/layout/orgChart1"/>
    <dgm:cxn modelId="{29438FA0-9AAA-4CD2-8C6C-3A299FEF528C}" type="presParOf" srcId="{42CC0961-3FEC-42BE-A0E7-092B47B4DFC2}" destId="{300B4B57-D035-4150-9AA6-3623EE8F9703}" srcOrd="3" destOrd="0" presId="urn:microsoft.com/office/officeart/2005/8/layout/orgChart1"/>
    <dgm:cxn modelId="{6B54D54D-038A-4F51-A1CE-EE6D38FB0B9A}" type="presParOf" srcId="{300B4B57-D035-4150-9AA6-3623EE8F9703}" destId="{D30A610B-0D90-4B5B-A63A-93AAE39EEF0D}" srcOrd="0" destOrd="0" presId="urn:microsoft.com/office/officeart/2005/8/layout/orgChart1"/>
    <dgm:cxn modelId="{8A102241-7008-4235-9FBB-3F4EE0667DA0}" type="presParOf" srcId="{D30A610B-0D90-4B5B-A63A-93AAE39EEF0D}" destId="{83F91E6B-ECAF-4B22-902E-5895397A0F00}" srcOrd="0" destOrd="0" presId="urn:microsoft.com/office/officeart/2005/8/layout/orgChart1"/>
    <dgm:cxn modelId="{34181C29-4DCF-4F86-BC5D-A777AF54DA51}" type="presParOf" srcId="{D30A610B-0D90-4B5B-A63A-93AAE39EEF0D}" destId="{5AA41637-069B-46D8-BCF8-713CFFD13751}" srcOrd="1" destOrd="0" presId="urn:microsoft.com/office/officeart/2005/8/layout/orgChart1"/>
    <dgm:cxn modelId="{7B8EE458-1583-48DD-9031-09526F989E68}" type="presParOf" srcId="{300B4B57-D035-4150-9AA6-3623EE8F9703}" destId="{91137901-40D6-422B-94C8-B11DC54A4141}" srcOrd="1" destOrd="0" presId="urn:microsoft.com/office/officeart/2005/8/layout/orgChart1"/>
    <dgm:cxn modelId="{3ED9CCE7-4A22-4281-B130-A63C6262E935}" type="presParOf" srcId="{300B4B57-D035-4150-9AA6-3623EE8F9703}" destId="{BBADCDFB-E291-4C97-951B-81BC77A6F0CA}" srcOrd="2" destOrd="0" presId="urn:microsoft.com/office/officeart/2005/8/layout/orgChart1"/>
    <dgm:cxn modelId="{8DE9D952-CB02-4BE7-9A8D-1D272D2A50EA}" type="presParOf" srcId="{42CC0961-3FEC-42BE-A0E7-092B47B4DFC2}" destId="{10A15C1D-2E81-487A-B7F3-1048A3E3807F}" srcOrd="4" destOrd="0" presId="urn:microsoft.com/office/officeart/2005/8/layout/orgChart1"/>
    <dgm:cxn modelId="{8138DE88-CF8B-4B56-B0AD-2DA00E372C02}" type="presParOf" srcId="{42CC0961-3FEC-42BE-A0E7-092B47B4DFC2}" destId="{CBCE2379-87C4-42AC-9562-FEF16E275898}" srcOrd="5" destOrd="0" presId="urn:microsoft.com/office/officeart/2005/8/layout/orgChart1"/>
    <dgm:cxn modelId="{422F1E85-FDFA-403D-846B-8EBE5B3D0B57}" type="presParOf" srcId="{CBCE2379-87C4-42AC-9562-FEF16E275898}" destId="{CA4B8F0F-EB32-4A6C-A9F4-123485287308}" srcOrd="0" destOrd="0" presId="urn:microsoft.com/office/officeart/2005/8/layout/orgChart1"/>
    <dgm:cxn modelId="{8EFECD1B-5940-4B45-95FF-0D5A3124E90A}" type="presParOf" srcId="{CA4B8F0F-EB32-4A6C-A9F4-123485287308}" destId="{CB0BE5BF-9EB0-4771-B461-1C1856811B9B}" srcOrd="0" destOrd="0" presId="urn:microsoft.com/office/officeart/2005/8/layout/orgChart1"/>
    <dgm:cxn modelId="{28A034F6-CB64-44F0-8E43-F9846558340A}" type="presParOf" srcId="{CA4B8F0F-EB32-4A6C-A9F4-123485287308}" destId="{271537F1-A980-4136-B36D-C645AB677C77}" srcOrd="1" destOrd="0" presId="urn:microsoft.com/office/officeart/2005/8/layout/orgChart1"/>
    <dgm:cxn modelId="{F0BBE7EA-5A78-47B0-AC76-1115729DE191}" type="presParOf" srcId="{CBCE2379-87C4-42AC-9562-FEF16E275898}" destId="{5D61730C-558C-4D6A-B159-DCA2940C080E}" srcOrd="1" destOrd="0" presId="urn:microsoft.com/office/officeart/2005/8/layout/orgChart1"/>
    <dgm:cxn modelId="{FA4F01AB-80B8-4E50-BC14-477197977E80}" type="presParOf" srcId="{CBCE2379-87C4-42AC-9562-FEF16E275898}" destId="{8D74DC22-EB20-4AA0-8C4B-09010E7D660D}" srcOrd="2" destOrd="0" presId="urn:microsoft.com/office/officeart/2005/8/layout/orgChart1"/>
    <dgm:cxn modelId="{CC5C8A84-0E14-4BC5-BCE4-D48C549211AA}" type="presParOf" srcId="{42CC0961-3FEC-42BE-A0E7-092B47B4DFC2}" destId="{5A221EF5-C5E2-4A52-B7FB-C3244E58649F}" srcOrd="6" destOrd="0" presId="urn:microsoft.com/office/officeart/2005/8/layout/orgChart1"/>
    <dgm:cxn modelId="{D6B02701-7670-4135-BF26-94CB80D9ECC6}" type="presParOf" srcId="{42CC0961-3FEC-42BE-A0E7-092B47B4DFC2}" destId="{7E37C808-E221-4FB1-9F32-CC9061E82CDE}" srcOrd="7" destOrd="0" presId="urn:microsoft.com/office/officeart/2005/8/layout/orgChart1"/>
    <dgm:cxn modelId="{74885816-9690-4F01-90F6-BD286D8AE80B}" type="presParOf" srcId="{7E37C808-E221-4FB1-9F32-CC9061E82CDE}" destId="{EC47C5DF-5740-40AB-B138-AC0BA7AAD022}" srcOrd="0" destOrd="0" presId="urn:microsoft.com/office/officeart/2005/8/layout/orgChart1"/>
    <dgm:cxn modelId="{933F59C3-46DF-442E-A708-6CD9B0CEF448}" type="presParOf" srcId="{EC47C5DF-5740-40AB-B138-AC0BA7AAD022}" destId="{06BEC8C9-3DDB-4EE8-8385-8FB7D9E857D6}" srcOrd="0" destOrd="0" presId="urn:microsoft.com/office/officeart/2005/8/layout/orgChart1"/>
    <dgm:cxn modelId="{87DD8E90-B4FE-4446-8341-05B07C734D0A}" type="presParOf" srcId="{EC47C5DF-5740-40AB-B138-AC0BA7AAD022}" destId="{88D1E684-8692-4E1A-8AD1-B578248BBA28}" srcOrd="1" destOrd="0" presId="urn:microsoft.com/office/officeart/2005/8/layout/orgChart1"/>
    <dgm:cxn modelId="{AE00183B-F228-469D-9043-8A6D91A83621}" type="presParOf" srcId="{7E37C808-E221-4FB1-9F32-CC9061E82CDE}" destId="{326D1874-F164-407F-9598-DBB20F766085}" srcOrd="1" destOrd="0" presId="urn:microsoft.com/office/officeart/2005/8/layout/orgChart1"/>
    <dgm:cxn modelId="{F0B4F1B2-6202-4971-8B54-B5D062F857E1}" type="presParOf" srcId="{7E37C808-E221-4FB1-9F32-CC9061E82CDE}" destId="{FB03C5EA-A5BF-44A2-9C47-8F16DC0CB37D}" srcOrd="2" destOrd="0" presId="urn:microsoft.com/office/officeart/2005/8/layout/orgChart1"/>
    <dgm:cxn modelId="{17898241-40F8-4DE3-86CC-A55EB0F930F8}" type="presParOf" srcId="{42CC0961-3FEC-42BE-A0E7-092B47B4DFC2}" destId="{EA658AA6-1A36-4FEE-8358-4EB85DAE23C4}" srcOrd="8" destOrd="0" presId="urn:microsoft.com/office/officeart/2005/8/layout/orgChart1"/>
    <dgm:cxn modelId="{4CF77FAB-5FC7-47DC-AAED-6B0F0B5734EB}" type="presParOf" srcId="{42CC0961-3FEC-42BE-A0E7-092B47B4DFC2}" destId="{DD5B82C8-976A-4BC5-B5CC-92D40263B316}" srcOrd="9" destOrd="0" presId="urn:microsoft.com/office/officeart/2005/8/layout/orgChart1"/>
    <dgm:cxn modelId="{808D6378-06D4-4741-9DD3-F4CDAB9D3EF9}" type="presParOf" srcId="{DD5B82C8-976A-4BC5-B5CC-92D40263B316}" destId="{83E3C1EA-5AC0-47AC-9648-8E7A2573345A}" srcOrd="0" destOrd="0" presId="urn:microsoft.com/office/officeart/2005/8/layout/orgChart1"/>
    <dgm:cxn modelId="{CED67443-0A28-42A7-8B4C-FA0D329343C4}" type="presParOf" srcId="{83E3C1EA-5AC0-47AC-9648-8E7A2573345A}" destId="{9D81B319-8E01-4E82-8DD1-67C9BCFDAD8D}" srcOrd="0" destOrd="0" presId="urn:microsoft.com/office/officeart/2005/8/layout/orgChart1"/>
    <dgm:cxn modelId="{3E0C0B18-8089-4898-A8A9-EA2B6DC05AEC}" type="presParOf" srcId="{83E3C1EA-5AC0-47AC-9648-8E7A2573345A}" destId="{BE5E1F05-B3A7-4FDD-AB3D-A4F97AA409D9}" srcOrd="1" destOrd="0" presId="urn:microsoft.com/office/officeart/2005/8/layout/orgChart1"/>
    <dgm:cxn modelId="{4DE33F11-3DF1-4093-A80F-6602E1F4E38E}" type="presParOf" srcId="{DD5B82C8-976A-4BC5-B5CC-92D40263B316}" destId="{4BC64DB6-C1B5-4006-813E-EB07643B77D0}" srcOrd="1" destOrd="0" presId="urn:microsoft.com/office/officeart/2005/8/layout/orgChart1"/>
    <dgm:cxn modelId="{47FB920E-EFED-4930-9814-C727ADC1E76B}" type="presParOf" srcId="{DD5B82C8-976A-4BC5-B5CC-92D40263B316}" destId="{BDE42ED7-A64C-4896-B2A3-706DBEBA3DDE}" srcOrd="2" destOrd="0" presId="urn:microsoft.com/office/officeart/2005/8/layout/orgChart1"/>
    <dgm:cxn modelId="{C5AF7FD1-0AE6-4490-BDB4-6FD19F533075}" type="presParOf" srcId="{42CC0961-3FEC-42BE-A0E7-092B47B4DFC2}" destId="{41A8E275-AD6C-4293-959B-ACA0ACB1DCE0}" srcOrd="10" destOrd="0" presId="urn:microsoft.com/office/officeart/2005/8/layout/orgChart1"/>
    <dgm:cxn modelId="{D8A67FD7-73C8-42C7-888B-D29280A3B082}" type="presParOf" srcId="{42CC0961-3FEC-42BE-A0E7-092B47B4DFC2}" destId="{746966CD-E5E4-4477-9F87-94FB3D6E51AC}" srcOrd="11" destOrd="0" presId="urn:microsoft.com/office/officeart/2005/8/layout/orgChart1"/>
    <dgm:cxn modelId="{BBA05FF5-908F-4EFF-8091-72234042CC3A}" type="presParOf" srcId="{746966CD-E5E4-4477-9F87-94FB3D6E51AC}" destId="{B7A20FCD-7872-4CE5-B83C-EDF5D932989D}" srcOrd="0" destOrd="0" presId="urn:microsoft.com/office/officeart/2005/8/layout/orgChart1"/>
    <dgm:cxn modelId="{0E30F7F4-7954-4220-AAB6-8E761B47BD32}" type="presParOf" srcId="{B7A20FCD-7872-4CE5-B83C-EDF5D932989D}" destId="{A9248550-925C-4A85-A1B4-039543281C37}" srcOrd="0" destOrd="0" presId="urn:microsoft.com/office/officeart/2005/8/layout/orgChart1"/>
    <dgm:cxn modelId="{E36CC85B-396D-40A3-8019-28D659752BD2}" type="presParOf" srcId="{B7A20FCD-7872-4CE5-B83C-EDF5D932989D}" destId="{AF4DF715-C02B-4C0A-8244-E71A00F99BA8}" srcOrd="1" destOrd="0" presId="urn:microsoft.com/office/officeart/2005/8/layout/orgChart1"/>
    <dgm:cxn modelId="{B6703E1E-56F6-4424-9155-3710F0AB6C4C}" type="presParOf" srcId="{746966CD-E5E4-4477-9F87-94FB3D6E51AC}" destId="{21C9B6B2-BF44-419A-AE5C-BA0C296092F0}" srcOrd="1" destOrd="0" presId="urn:microsoft.com/office/officeart/2005/8/layout/orgChart1"/>
    <dgm:cxn modelId="{42F8BF29-F876-40CF-89C6-CC2D9BDB30ED}" type="presParOf" srcId="{746966CD-E5E4-4477-9F87-94FB3D6E51AC}" destId="{A7CD5591-D64C-45B6-81E6-AA440C46B3CC}" srcOrd="2" destOrd="0" presId="urn:microsoft.com/office/officeart/2005/8/layout/orgChart1"/>
    <dgm:cxn modelId="{7264EBF6-0B3C-4F4C-883B-438AD80E553D}" type="presParOf" srcId="{C044999B-851F-41E3-A568-B5ADAF2E8C7C}" destId="{07414B6A-ED68-4119-AEC8-9C96863C82A0}" srcOrd="2" destOrd="0" presId="urn:microsoft.com/office/officeart/2005/8/layout/orgChart1"/>
    <dgm:cxn modelId="{5CD1C42B-59E7-4097-B8B8-10BBFBAFF4AF}" type="presParOf" srcId="{53864CA9-F33B-4987-9757-75CB598BA7F6}" destId="{8DC77231-7FCF-4B73-87E9-D638C9A1C0B7}" srcOrd="8" destOrd="0" presId="urn:microsoft.com/office/officeart/2005/8/layout/orgChart1"/>
    <dgm:cxn modelId="{DAFF83F5-455C-435D-B69B-819DCE95EBFE}" type="presParOf" srcId="{53864CA9-F33B-4987-9757-75CB598BA7F6}" destId="{144C42A6-5B6A-4DAB-A146-209867DD5DF1}" srcOrd="9" destOrd="0" presId="urn:microsoft.com/office/officeart/2005/8/layout/orgChart1"/>
    <dgm:cxn modelId="{ADDB661C-A9FF-4E5B-BA67-114EFAF8AFD0}" type="presParOf" srcId="{144C42A6-5B6A-4DAB-A146-209867DD5DF1}" destId="{30870FAF-2FB1-4AB7-8351-473E0C4F2ED1}" srcOrd="0" destOrd="0" presId="urn:microsoft.com/office/officeart/2005/8/layout/orgChart1"/>
    <dgm:cxn modelId="{1443C8C2-1B41-476F-9B99-DCEEF0743861}" type="presParOf" srcId="{30870FAF-2FB1-4AB7-8351-473E0C4F2ED1}" destId="{C14D078C-6BED-4B2A-AE2C-AAFAC0E3980F}" srcOrd="0" destOrd="0" presId="urn:microsoft.com/office/officeart/2005/8/layout/orgChart1"/>
    <dgm:cxn modelId="{D2D6D3A3-4447-4113-AD68-196B259D6043}" type="presParOf" srcId="{30870FAF-2FB1-4AB7-8351-473E0C4F2ED1}" destId="{4089570C-BD35-41E3-875F-0998F1D1FA02}" srcOrd="1" destOrd="0" presId="urn:microsoft.com/office/officeart/2005/8/layout/orgChart1"/>
    <dgm:cxn modelId="{A7B946DE-62BB-476D-89EC-2783CB32565F}" type="presParOf" srcId="{144C42A6-5B6A-4DAB-A146-209867DD5DF1}" destId="{ED9ECB36-E7EA-4C5D-B678-F1010509EDD6}" srcOrd="1" destOrd="0" presId="urn:microsoft.com/office/officeart/2005/8/layout/orgChart1"/>
    <dgm:cxn modelId="{AFF637CB-AF19-4439-B0F6-A7911EC3F683}" type="presParOf" srcId="{ED9ECB36-E7EA-4C5D-B678-F1010509EDD6}" destId="{F01191DD-1E42-4D8C-88FE-67AFEFDC41AD}" srcOrd="0" destOrd="0" presId="urn:microsoft.com/office/officeart/2005/8/layout/orgChart1"/>
    <dgm:cxn modelId="{30A2D2E2-E698-4A55-B937-C328E06A5460}" type="presParOf" srcId="{ED9ECB36-E7EA-4C5D-B678-F1010509EDD6}" destId="{55B968AE-F1C7-4CE6-A000-CAC327FA77E3}" srcOrd="1" destOrd="0" presId="urn:microsoft.com/office/officeart/2005/8/layout/orgChart1"/>
    <dgm:cxn modelId="{9AE0F919-6A92-4E3A-BACF-91DE7D740791}" type="presParOf" srcId="{55B968AE-F1C7-4CE6-A000-CAC327FA77E3}" destId="{4F93CFCF-85C3-498E-8584-C94A805AE73A}" srcOrd="0" destOrd="0" presId="urn:microsoft.com/office/officeart/2005/8/layout/orgChart1"/>
    <dgm:cxn modelId="{18DF9EFC-4EDE-4298-B67F-10A5FF852B74}" type="presParOf" srcId="{4F93CFCF-85C3-498E-8584-C94A805AE73A}" destId="{F94137EA-0C81-4372-9814-AC5A3D953A8C}" srcOrd="0" destOrd="0" presId="urn:microsoft.com/office/officeart/2005/8/layout/orgChart1"/>
    <dgm:cxn modelId="{A2FA8836-7513-4127-B0DD-BE39B2E182C6}" type="presParOf" srcId="{4F93CFCF-85C3-498E-8584-C94A805AE73A}" destId="{D06C6CC0-9773-431B-AD58-59F83A3F1234}" srcOrd="1" destOrd="0" presId="urn:microsoft.com/office/officeart/2005/8/layout/orgChart1"/>
    <dgm:cxn modelId="{4B280961-2EE1-41A2-9595-6569EA099D2E}" type="presParOf" srcId="{55B968AE-F1C7-4CE6-A000-CAC327FA77E3}" destId="{9180776A-512C-4068-93D6-A40538640030}" srcOrd="1" destOrd="0" presId="urn:microsoft.com/office/officeart/2005/8/layout/orgChart1"/>
    <dgm:cxn modelId="{FE52CC46-4C33-45B3-8C3C-FD76D648E9E5}" type="presParOf" srcId="{55B968AE-F1C7-4CE6-A000-CAC327FA77E3}" destId="{6C0DA715-598D-426F-8E6A-44A75F057722}" srcOrd="2" destOrd="0" presId="urn:microsoft.com/office/officeart/2005/8/layout/orgChart1"/>
    <dgm:cxn modelId="{749CC307-5926-4709-9649-EFC3251CFC58}" type="presParOf" srcId="{144C42A6-5B6A-4DAB-A146-209867DD5DF1}" destId="{B2B46DA1-0951-4BBD-B721-204CEA0F9E02}" srcOrd="2" destOrd="0" presId="urn:microsoft.com/office/officeart/2005/8/layout/orgChart1"/>
    <dgm:cxn modelId="{B03723A7-8CA9-4F7D-AEF7-00184D0000FA}" type="presParOf" srcId="{53864CA9-F33B-4987-9757-75CB598BA7F6}" destId="{271D041B-23BC-472A-9822-FFF332DF6AF2}" srcOrd="10" destOrd="0" presId="urn:microsoft.com/office/officeart/2005/8/layout/orgChart1"/>
    <dgm:cxn modelId="{A86D03A9-BC77-4BB5-A3AC-C9AC0A694312}" type="presParOf" srcId="{53864CA9-F33B-4987-9757-75CB598BA7F6}" destId="{563A8F8D-28B6-435B-AE25-87C2DD721D55}" srcOrd="11" destOrd="0" presId="urn:microsoft.com/office/officeart/2005/8/layout/orgChart1"/>
    <dgm:cxn modelId="{8C0F4414-27DF-4F1C-95F2-C35EF37ABDFD}" type="presParOf" srcId="{563A8F8D-28B6-435B-AE25-87C2DD721D55}" destId="{A5935E1F-746D-44C8-8EE1-60AECB34F028}" srcOrd="0" destOrd="0" presId="urn:microsoft.com/office/officeart/2005/8/layout/orgChart1"/>
    <dgm:cxn modelId="{56092552-900D-4647-A942-DCDEF794A91B}" type="presParOf" srcId="{A5935E1F-746D-44C8-8EE1-60AECB34F028}" destId="{0F109C46-6768-49E1-9BB9-D4791793DE0C}" srcOrd="0" destOrd="0" presId="urn:microsoft.com/office/officeart/2005/8/layout/orgChart1"/>
    <dgm:cxn modelId="{F82B7E86-9509-420A-A86E-75D17920447E}" type="presParOf" srcId="{A5935E1F-746D-44C8-8EE1-60AECB34F028}" destId="{75355858-0114-48EE-8206-BA7D1FCD3F2C}" srcOrd="1" destOrd="0" presId="urn:microsoft.com/office/officeart/2005/8/layout/orgChart1"/>
    <dgm:cxn modelId="{CEDD064B-0716-48C3-B311-0ADEDF6DFBAE}" type="presParOf" srcId="{563A8F8D-28B6-435B-AE25-87C2DD721D55}" destId="{B04EE39D-E53C-4F66-B742-303CF6ACC40A}" srcOrd="1" destOrd="0" presId="urn:microsoft.com/office/officeart/2005/8/layout/orgChart1"/>
    <dgm:cxn modelId="{3A4D0AD6-673D-4443-9638-237FD0C16CB3}" type="presParOf" srcId="{563A8F8D-28B6-435B-AE25-87C2DD721D55}" destId="{8117A33D-D6C7-42FC-979A-62C348D49067}" srcOrd="2" destOrd="0" presId="urn:microsoft.com/office/officeart/2005/8/layout/orgChart1"/>
    <dgm:cxn modelId="{CBCA7FA2-4450-4034-829C-936044E5EF45}" type="presParOf" srcId="{53864CA9-F33B-4987-9757-75CB598BA7F6}" destId="{488A4958-61B0-484D-86BB-DD0FBA478918}" srcOrd="12" destOrd="0" presId="urn:microsoft.com/office/officeart/2005/8/layout/orgChart1"/>
    <dgm:cxn modelId="{042D36AF-DAAD-4406-B79A-B620C90ADB0E}" type="presParOf" srcId="{53864CA9-F33B-4987-9757-75CB598BA7F6}" destId="{E712914A-48A0-4581-8726-88E98920E51B}" srcOrd="13" destOrd="0" presId="urn:microsoft.com/office/officeart/2005/8/layout/orgChart1"/>
    <dgm:cxn modelId="{B8C7D1CE-872D-4529-9377-E19094CB2433}" type="presParOf" srcId="{E712914A-48A0-4581-8726-88E98920E51B}" destId="{05A24CB9-40B0-4660-9F02-20DAEBE463D1}" srcOrd="0" destOrd="0" presId="urn:microsoft.com/office/officeart/2005/8/layout/orgChart1"/>
    <dgm:cxn modelId="{8A043961-24E3-4C20-8189-9D84D92117E2}" type="presParOf" srcId="{05A24CB9-40B0-4660-9F02-20DAEBE463D1}" destId="{3671EB42-88EF-412F-814E-A4C5E1C11FD5}" srcOrd="0" destOrd="0" presId="urn:microsoft.com/office/officeart/2005/8/layout/orgChart1"/>
    <dgm:cxn modelId="{F13F1BC7-36D3-4548-ABA9-28E66716D73B}" type="presParOf" srcId="{05A24CB9-40B0-4660-9F02-20DAEBE463D1}" destId="{A7302F2D-DA6B-49FD-85C2-0700494B3A31}" srcOrd="1" destOrd="0" presId="urn:microsoft.com/office/officeart/2005/8/layout/orgChart1"/>
    <dgm:cxn modelId="{14BDA177-A167-4545-A420-5003451F919B}" type="presParOf" srcId="{E712914A-48A0-4581-8726-88E98920E51B}" destId="{E8EE0CF4-FEFA-4AD3-8F22-EC99FC772F8F}" srcOrd="1" destOrd="0" presId="urn:microsoft.com/office/officeart/2005/8/layout/orgChart1"/>
    <dgm:cxn modelId="{EFFC8289-FEC5-4D00-B0A3-4A1F4C1DEBB2}" type="presParOf" srcId="{E712914A-48A0-4581-8726-88E98920E51B}" destId="{5665FFBB-776C-4983-B77D-13A0AC688058}" srcOrd="2" destOrd="0" presId="urn:microsoft.com/office/officeart/2005/8/layout/orgChart1"/>
    <dgm:cxn modelId="{1B5B852E-673D-45E5-A691-66FA912F9F51}" type="presParOf" srcId="{53864CA9-F33B-4987-9757-75CB598BA7F6}" destId="{6C5A33F0-3011-4CF6-86B1-7F885A99252E}" srcOrd="14" destOrd="0" presId="urn:microsoft.com/office/officeart/2005/8/layout/orgChart1"/>
    <dgm:cxn modelId="{7CFEA0DC-9806-455C-B5D1-CFC1D4597470}" type="presParOf" srcId="{53864CA9-F33B-4987-9757-75CB598BA7F6}" destId="{5A0F2372-C238-450C-8EB1-B7D7C493A992}" srcOrd="15" destOrd="0" presId="urn:microsoft.com/office/officeart/2005/8/layout/orgChart1"/>
    <dgm:cxn modelId="{218A269E-B546-413C-B721-6460E3874B69}" type="presParOf" srcId="{5A0F2372-C238-450C-8EB1-B7D7C493A992}" destId="{AF0776CF-DEC6-4F92-A3B8-02AB1FCC2E1A}" srcOrd="0" destOrd="0" presId="urn:microsoft.com/office/officeart/2005/8/layout/orgChart1"/>
    <dgm:cxn modelId="{D3C04BF9-28FD-475A-A9D2-37CC88CE4A5C}" type="presParOf" srcId="{AF0776CF-DEC6-4F92-A3B8-02AB1FCC2E1A}" destId="{F61319CE-80BC-4D2E-86B8-7A7F740D2235}" srcOrd="0" destOrd="0" presId="urn:microsoft.com/office/officeart/2005/8/layout/orgChart1"/>
    <dgm:cxn modelId="{7D33CC72-2F57-4D7C-9297-6AB74464ED42}" type="presParOf" srcId="{AF0776CF-DEC6-4F92-A3B8-02AB1FCC2E1A}" destId="{5CA55BB0-9AE8-480C-BBD7-F468B7865AC4}" srcOrd="1" destOrd="0" presId="urn:microsoft.com/office/officeart/2005/8/layout/orgChart1"/>
    <dgm:cxn modelId="{73CAD283-6835-4447-B547-47F2A88ECE55}" type="presParOf" srcId="{5A0F2372-C238-450C-8EB1-B7D7C493A992}" destId="{167B29EE-5E42-4DAC-991A-B39301DA7837}" srcOrd="1" destOrd="0" presId="urn:microsoft.com/office/officeart/2005/8/layout/orgChart1"/>
    <dgm:cxn modelId="{75297110-9CE6-47DB-A01A-7FE7BC919986}" type="presParOf" srcId="{5A0F2372-C238-450C-8EB1-B7D7C493A992}" destId="{940B5BD4-C00F-4512-A4F4-F0E85B514C83}" srcOrd="2" destOrd="0" presId="urn:microsoft.com/office/officeart/2005/8/layout/orgChart1"/>
    <dgm:cxn modelId="{D5CC5EC3-A55C-4C33-A892-F4EB942D319B}" type="presParOf" srcId="{53864CA9-F33B-4987-9757-75CB598BA7F6}" destId="{49B96FC8-9FAD-4C91-8098-F8D715434A88}" srcOrd="16" destOrd="0" presId="urn:microsoft.com/office/officeart/2005/8/layout/orgChart1"/>
    <dgm:cxn modelId="{EE6AEA3A-9042-4BBD-80D1-E07D7E9C512E}" type="presParOf" srcId="{53864CA9-F33B-4987-9757-75CB598BA7F6}" destId="{ADC64064-8D04-44F2-8DCA-B04584BC55B9}" srcOrd="17" destOrd="0" presId="urn:microsoft.com/office/officeart/2005/8/layout/orgChart1"/>
    <dgm:cxn modelId="{1F5AF701-B729-40C4-9C52-860A44D96C43}" type="presParOf" srcId="{ADC64064-8D04-44F2-8DCA-B04584BC55B9}" destId="{B72E4BC4-BF11-477D-AFA0-3FD7B4BDF186}" srcOrd="0" destOrd="0" presId="urn:microsoft.com/office/officeart/2005/8/layout/orgChart1"/>
    <dgm:cxn modelId="{0519AF7A-75D9-46B9-B31E-1E64DCDEE154}" type="presParOf" srcId="{B72E4BC4-BF11-477D-AFA0-3FD7B4BDF186}" destId="{340DD012-A964-4E19-AC18-3D07A8161790}" srcOrd="0" destOrd="0" presId="urn:microsoft.com/office/officeart/2005/8/layout/orgChart1"/>
    <dgm:cxn modelId="{BEFE0120-8629-430E-AB6C-24F1EA1FAB6C}" type="presParOf" srcId="{B72E4BC4-BF11-477D-AFA0-3FD7B4BDF186}" destId="{F3CABBB7-714F-4085-AA84-F79E9BB06947}" srcOrd="1" destOrd="0" presId="urn:microsoft.com/office/officeart/2005/8/layout/orgChart1"/>
    <dgm:cxn modelId="{37774548-ECA7-42A2-87FF-67E2D648A0EA}" type="presParOf" srcId="{ADC64064-8D04-44F2-8DCA-B04584BC55B9}" destId="{3F4C1DC3-4935-4B55-9674-15862F98B244}" srcOrd="1" destOrd="0" presId="urn:microsoft.com/office/officeart/2005/8/layout/orgChart1"/>
    <dgm:cxn modelId="{90AD6E1D-75B8-419C-BD3A-FE7D5B3DA02D}" type="presParOf" srcId="{ADC64064-8D04-44F2-8DCA-B04584BC55B9}" destId="{0A1C4EB9-4B58-4B5A-9BD9-51D80E9B86ED}" srcOrd="2" destOrd="0" presId="urn:microsoft.com/office/officeart/2005/8/layout/orgChart1"/>
    <dgm:cxn modelId="{12DA1976-C0E5-4B12-88CE-CAB6783F11B5}" type="presParOf" srcId="{1386C9F3-6A9F-4495-8156-9C8A98DF4312}" destId="{DB75B5F5-4ED1-4484-ABF8-2DA678AE2E9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B96FC8-9FAD-4C91-8098-F8D715434A88}">
      <dsp:nvSpPr>
        <dsp:cNvPr id="0" name=""/>
        <dsp:cNvSpPr/>
      </dsp:nvSpPr>
      <dsp:spPr>
        <a:xfrm>
          <a:off x="5929459" y="579929"/>
          <a:ext cx="5342475" cy="1653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650"/>
              </a:lnTo>
              <a:lnTo>
                <a:pt x="5342475" y="82650"/>
              </a:lnTo>
              <a:lnTo>
                <a:pt x="5342475" y="165300"/>
              </a:lnTo>
            </a:path>
          </a:pathLst>
        </a:custGeom>
        <a:noFill/>
        <a:ln w="1587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5A33F0-3011-4CF6-86B1-7F885A99252E}">
      <dsp:nvSpPr>
        <dsp:cNvPr id="0" name=""/>
        <dsp:cNvSpPr/>
      </dsp:nvSpPr>
      <dsp:spPr>
        <a:xfrm>
          <a:off x="5929459" y="579929"/>
          <a:ext cx="4006856" cy="1653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650"/>
              </a:lnTo>
              <a:lnTo>
                <a:pt x="4006856" y="82650"/>
              </a:lnTo>
              <a:lnTo>
                <a:pt x="4006856" y="165300"/>
              </a:lnTo>
            </a:path>
          </a:pathLst>
        </a:custGeom>
        <a:noFill/>
        <a:ln w="1587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8A4958-61B0-484D-86BB-DD0FBA478918}">
      <dsp:nvSpPr>
        <dsp:cNvPr id="0" name=""/>
        <dsp:cNvSpPr/>
      </dsp:nvSpPr>
      <dsp:spPr>
        <a:xfrm>
          <a:off x="5929459" y="579929"/>
          <a:ext cx="2671237" cy="1653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650"/>
              </a:lnTo>
              <a:lnTo>
                <a:pt x="2671237" y="82650"/>
              </a:lnTo>
              <a:lnTo>
                <a:pt x="2671237" y="165300"/>
              </a:lnTo>
            </a:path>
          </a:pathLst>
        </a:custGeom>
        <a:noFill/>
        <a:ln w="1587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1D041B-23BC-472A-9822-FFF332DF6AF2}">
      <dsp:nvSpPr>
        <dsp:cNvPr id="0" name=""/>
        <dsp:cNvSpPr/>
      </dsp:nvSpPr>
      <dsp:spPr>
        <a:xfrm>
          <a:off x="5929459" y="579929"/>
          <a:ext cx="1335618" cy="1653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650"/>
              </a:lnTo>
              <a:lnTo>
                <a:pt x="1335618" y="82650"/>
              </a:lnTo>
              <a:lnTo>
                <a:pt x="1335618" y="165300"/>
              </a:lnTo>
            </a:path>
          </a:pathLst>
        </a:custGeom>
        <a:noFill/>
        <a:ln w="1587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1191DD-1E42-4D8C-88FE-67AFEFDC41AD}">
      <dsp:nvSpPr>
        <dsp:cNvPr id="0" name=""/>
        <dsp:cNvSpPr/>
      </dsp:nvSpPr>
      <dsp:spPr>
        <a:xfrm>
          <a:off x="5461332" y="1138802"/>
          <a:ext cx="175547" cy="362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2086"/>
              </a:lnTo>
              <a:lnTo>
                <a:pt x="175547" y="362086"/>
              </a:lnTo>
            </a:path>
          </a:pathLst>
        </a:custGeom>
        <a:noFill/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C77231-7FCF-4B73-87E9-D638C9A1C0B7}">
      <dsp:nvSpPr>
        <dsp:cNvPr id="0" name=""/>
        <dsp:cNvSpPr/>
      </dsp:nvSpPr>
      <dsp:spPr>
        <a:xfrm>
          <a:off x="5883739" y="579929"/>
          <a:ext cx="91440" cy="1653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5300"/>
              </a:lnTo>
            </a:path>
          </a:pathLst>
        </a:custGeom>
        <a:noFill/>
        <a:ln w="1587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A8E275-AD6C-4293-959B-ACA0ACB1DCE0}">
      <dsp:nvSpPr>
        <dsp:cNvPr id="0" name=""/>
        <dsp:cNvSpPr/>
      </dsp:nvSpPr>
      <dsp:spPr>
        <a:xfrm>
          <a:off x="4125713" y="1138802"/>
          <a:ext cx="175547" cy="31564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56449"/>
              </a:lnTo>
              <a:lnTo>
                <a:pt x="175547" y="3156449"/>
              </a:lnTo>
            </a:path>
          </a:pathLst>
        </a:custGeom>
        <a:noFill/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658AA6-1A36-4FEE-8358-4EB85DAE23C4}">
      <dsp:nvSpPr>
        <dsp:cNvPr id="0" name=""/>
        <dsp:cNvSpPr/>
      </dsp:nvSpPr>
      <dsp:spPr>
        <a:xfrm>
          <a:off x="4125713" y="1138802"/>
          <a:ext cx="175547" cy="25975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97576"/>
              </a:lnTo>
              <a:lnTo>
                <a:pt x="175547" y="2597576"/>
              </a:lnTo>
            </a:path>
          </a:pathLst>
        </a:custGeom>
        <a:noFill/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221EF5-C5E2-4A52-B7FB-C3244E58649F}">
      <dsp:nvSpPr>
        <dsp:cNvPr id="0" name=""/>
        <dsp:cNvSpPr/>
      </dsp:nvSpPr>
      <dsp:spPr>
        <a:xfrm>
          <a:off x="4125713" y="1138802"/>
          <a:ext cx="175547" cy="20387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38704"/>
              </a:lnTo>
              <a:lnTo>
                <a:pt x="175547" y="2038704"/>
              </a:lnTo>
            </a:path>
          </a:pathLst>
        </a:custGeom>
        <a:noFill/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A15C1D-2E81-487A-B7F3-1048A3E3807F}">
      <dsp:nvSpPr>
        <dsp:cNvPr id="0" name=""/>
        <dsp:cNvSpPr/>
      </dsp:nvSpPr>
      <dsp:spPr>
        <a:xfrm>
          <a:off x="4125713" y="1138802"/>
          <a:ext cx="175547" cy="14798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9831"/>
              </a:lnTo>
              <a:lnTo>
                <a:pt x="175547" y="1479831"/>
              </a:lnTo>
            </a:path>
          </a:pathLst>
        </a:custGeom>
        <a:noFill/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013FB8-F58B-43CD-816B-E8470F629378}">
      <dsp:nvSpPr>
        <dsp:cNvPr id="0" name=""/>
        <dsp:cNvSpPr/>
      </dsp:nvSpPr>
      <dsp:spPr>
        <a:xfrm>
          <a:off x="4125713" y="1138802"/>
          <a:ext cx="175547" cy="9209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0958"/>
              </a:lnTo>
              <a:lnTo>
                <a:pt x="175547" y="920958"/>
              </a:lnTo>
            </a:path>
          </a:pathLst>
        </a:custGeom>
        <a:noFill/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F33E37-1078-4678-B1D9-B87BBC5AA50A}">
      <dsp:nvSpPr>
        <dsp:cNvPr id="0" name=""/>
        <dsp:cNvSpPr/>
      </dsp:nvSpPr>
      <dsp:spPr>
        <a:xfrm>
          <a:off x="4125713" y="1138802"/>
          <a:ext cx="175547" cy="362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2086"/>
              </a:lnTo>
              <a:lnTo>
                <a:pt x="175547" y="362086"/>
              </a:lnTo>
            </a:path>
          </a:pathLst>
        </a:custGeom>
        <a:noFill/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CBD38F-F277-4F4B-8271-144A37D1E73B}">
      <dsp:nvSpPr>
        <dsp:cNvPr id="0" name=""/>
        <dsp:cNvSpPr/>
      </dsp:nvSpPr>
      <dsp:spPr>
        <a:xfrm>
          <a:off x="4593840" y="579929"/>
          <a:ext cx="1335618" cy="165300"/>
        </a:xfrm>
        <a:custGeom>
          <a:avLst/>
          <a:gdLst/>
          <a:ahLst/>
          <a:cxnLst/>
          <a:rect l="0" t="0" r="0" b="0"/>
          <a:pathLst>
            <a:path>
              <a:moveTo>
                <a:pt x="1335618" y="0"/>
              </a:moveTo>
              <a:lnTo>
                <a:pt x="1335618" y="82650"/>
              </a:lnTo>
              <a:lnTo>
                <a:pt x="0" y="82650"/>
              </a:lnTo>
              <a:lnTo>
                <a:pt x="0" y="165300"/>
              </a:lnTo>
            </a:path>
          </a:pathLst>
        </a:custGeom>
        <a:noFill/>
        <a:ln w="1587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4628E3-1661-4D35-844D-211C98E32604}">
      <dsp:nvSpPr>
        <dsp:cNvPr id="0" name=""/>
        <dsp:cNvSpPr/>
      </dsp:nvSpPr>
      <dsp:spPr>
        <a:xfrm>
          <a:off x="2790094" y="1138802"/>
          <a:ext cx="175547" cy="20387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38704"/>
              </a:lnTo>
              <a:lnTo>
                <a:pt x="175547" y="2038704"/>
              </a:lnTo>
            </a:path>
          </a:pathLst>
        </a:custGeom>
        <a:noFill/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0D77B1-6F4E-4EB5-8E51-1AC5D032C21E}">
      <dsp:nvSpPr>
        <dsp:cNvPr id="0" name=""/>
        <dsp:cNvSpPr/>
      </dsp:nvSpPr>
      <dsp:spPr>
        <a:xfrm>
          <a:off x="2790094" y="1138802"/>
          <a:ext cx="175547" cy="14798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9831"/>
              </a:lnTo>
              <a:lnTo>
                <a:pt x="175547" y="1479831"/>
              </a:lnTo>
            </a:path>
          </a:pathLst>
        </a:custGeom>
        <a:noFill/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1C5FED-4E5C-4DEB-991C-5C41560EDB3F}">
      <dsp:nvSpPr>
        <dsp:cNvPr id="0" name=""/>
        <dsp:cNvSpPr/>
      </dsp:nvSpPr>
      <dsp:spPr>
        <a:xfrm>
          <a:off x="2790094" y="1138802"/>
          <a:ext cx="175547" cy="9209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0958"/>
              </a:lnTo>
              <a:lnTo>
                <a:pt x="175547" y="920958"/>
              </a:lnTo>
            </a:path>
          </a:pathLst>
        </a:custGeom>
        <a:noFill/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AD713C-C6EB-4E08-93E8-29C1CD0848AE}">
      <dsp:nvSpPr>
        <dsp:cNvPr id="0" name=""/>
        <dsp:cNvSpPr/>
      </dsp:nvSpPr>
      <dsp:spPr>
        <a:xfrm>
          <a:off x="2790094" y="1138802"/>
          <a:ext cx="175547" cy="362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2086"/>
              </a:lnTo>
              <a:lnTo>
                <a:pt x="175547" y="362086"/>
              </a:lnTo>
            </a:path>
          </a:pathLst>
        </a:custGeom>
        <a:noFill/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612146-DCF3-4689-A975-4E4C882F0AF6}">
      <dsp:nvSpPr>
        <dsp:cNvPr id="0" name=""/>
        <dsp:cNvSpPr/>
      </dsp:nvSpPr>
      <dsp:spPr>
        <a:xfrm>
          <a:off x="3258221" y="579929"/>
          <a:ext cx="2671237" cy="165300"/>
        </a:xfrm>
        <a:custGeom>
          <a:avLst/>
          <a:gdLst/>
          <a:ahLst/>
          <a:cxnLst/>
          <a:rect l="0" t="0" r="0" b="0"/>
          <a:pathLst>
            <a:path>
              <a:moveTo>
                <a:pt x="2671237" y="0"/>
              </a:moveTo>
              <a:lnTo>
                <a:pt x="2671237" y="82650"/>
              </a:lnTo>
              <a:lnTo>
                <a:pt x="0" y="82650"/>
              </a:lnTo>
              <a:lnTo>
                <a:pt x="0" y="165300"/>
              </a:lnTo>
            </a:path>
          </a:pathLst>
        </a:custGeom>
        <a:noFill/>
        <a:ln w="1587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C2A639-6440-4378-A182-FDC42B1F74EE}">
      <dsp:nvSpPr>
        <dsp:cNvPr id="0" name=""/>
        <dsp:cNvSpPr/>
      </dsp:nvSpPr>
      <dsp:spPr>
        <a:xfrm>
          <a:off x="1454475" y="1138802"/>
          <a:ext cx="175547" cy="362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2086"/>
              </a:lnTo>
              <a:lnTo>
                <a:pt x="175547" y="362086"/>
              </a:lnTo>
            </a:path>
          </a:pathLst>
        </a:custGeom>
        <a:noFill/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A8D481-84B8-4D9E-A951-867736830116}">
      <dsp:nvSpPr>
        <dsp:cNvPr id="0" name=""/>
        <dsp:cNvSpPr/>
      </dsp:nvSpPr>
      <dsp:spPr>
        <a:xfrm>
          <a:off x="1922603" y="579929"/>
          <a:ext cx="4006856" cy="165300"/>
        </a:xfrm>
        <a:custGeom>
          <a:avLst/>
          <a:gdLst/>
          <a:ahLst/>
          <a:cxnLst/>
          <a:rect l="0" t="0" r="0" b="0"/>
          <a:pathLst>
            <a:path>
              <a:moveTo>
                <a:pt x="4006856" y="0"/>
              </a:moveTo>
              <a:lnTo>
                <a:pt x="4006856" y="82650"/>
              </a:lnTo>
              <a:lnTo>
                <a:pt x="0" y="82650"/>
              </a:lnTo>
              <a:lnTo>
                <a:pt x="0" y="165300"/>
              </a:lnTo>
            </a:path>
          </a:pathLst>
        </a:custGeom>
        <a:noFill/>
        <a:ln w="1587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05974A-C8A7-409A-B974-9D5BC930F1A0}">
      <dsp:nvSpPr>
        <dsp:cNvPr id="0" name=""/>
        <dsp:cNvSpPr/>
      </dsp:nvSpPr>
      <dsp:spPr>
        <a:xfrm>
          <a:off x="118856" y="1138802"/>
          <a:ext cx="175547" cy="362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2086"/>
              </a:lnTo>
              <a:lnTo>
                <a:pt x="175547" y="362086"/>
              </a:lnTo>
            </a:path>
          </a:pathLst>
        </a:custGeom>
        <a:noFill/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F149B1-ECB1-491E-8AFF-F61640ECF406}">
      <dsp:nvSpPr>
        <dsp:cNvPr id="0" name=""/>
        <dsp:cNvSpPr/>
      </dsp:nvSpPr>
      <dsp:spPr>
        <a:xfrm>
          <a:off x="586984" y="579929"/>
          <a:ext cx="5342475" cy="165300"/>
        </a:xfrm>
        <a:custGeom>
          <a:avLst/>
          <a:gdLst/>
          <a:ahLst/>
          <a:cxnLst/>
          <a:rect l="0" t="0" r="0" b="0"/>
          <a:pathLst>
            <a:path>
              <a:moveTo>
                <a:pt x="5342475" y="0"/>
              </a:moveTo>
              <a:lnTo>
                <a:pt x="5342475" y="82650"/>
              </a:lnTo>
              <a:lnTo>
                <a:pt x="0" y="82650"/>
              </a:lnTo>
              <a:lnTo>
                <a:pt x="0" y="165300"/>
              </a:lnTo>
            </a:path>
          </a:pathLst>
        </a:custGeom>
        <a:noFill/>
        <a:ln w="1587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031146-0F21-4810-A98A-00F2A5CF363C}">
      <dsp:nvSpPr>
        <dsp:cNvPr id="0" name=""/>
        <dsp:cNvSpPr/>
      </dsp:nvSpPr>
      <dsp:spPr>
        <a:xfrm>
          <a:off x="5344300" y="186357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Voyage Analytics</a:t>
          </a:r>
        </a:p>
      </dsp:txBody>
      <dsp:txXfrm>
        <a:off x="5344300" y="186357"/>
        <a:ext cx="1170318" cy="393572"/>
      </dsp:txXfrm>
    </dsp:sp>
    <dsp:sp modelId="{211132D9-824B-4DF2-8C35-BDF3EC1B9329}">
      <dsp:nvSpPr>
        <dsp:cNvPr id="0" name=""/>
        <dsp:cNvSpPr/>
      </dsp:nvSpPr>
      <dsp:spPr>
        <a:xfrm>
          <a:off x="1825" y="745230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api</a:t>
          </a:r>
          <a:endParaRPr lang="en-US" sz="1400" kern="1200" dirty="0"/>
        </a:p>
      </dsp:txBody>
      <dsp:txXfrm>
        <a:off x="1825" y="745230"/>
        <a:ext cx="1170318" cy="393572"/>
      </dsp:txXfrm>
    </dsp:sp>
    <dsp:sp modelId="{726DF427-955E-473A-BD7C-E701474CE629}">
      <dsp:nvSpPr>
        <dsp:cNvPr id="0" name=""/>
        <dsp:cNvSpPr/>
      </dsp:nvSpPr>
      <dsp:spPr>
        <a:xfrm>
          <a:off x="294404" y="1304102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app.py</a:t>
          </a:r>
          <a:endParaRPr lang="en-US" sz="1400" kern="1200" dirty="0"/>
        </a:p>
      </dsp:txBody>
      <dsp:txXfrm>
        <a:off x="294404" y="1304102"/>
        <a:ext cx="1170318" cy="393572"/>
      </dsp:txXfrm>
    </dsp:sp>
    <dsp:sp modelId="{B4B8BE46-11D7-4665-82E1-E47E30B99B41}">
      <dsp:nvSpPr>
        <dsp:cNvPr id="0" name=""/>
        <dsp:cNvSpPr/>
      </dsp:nvSpPr>
      <dsp:spPr>
        <a:xfrm>
          <a:off x="1337443" y="745230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/>
              <a:ea typeface="+mn-ea"/>
              <a:cs typeface="+mn-cs"/>
            </a:rPr>
            <a:t>app</a:t>
          </a:r>
          <a:endParaRPr lang="en-US" sz="1400" kern="1200" dirty="0">
            <a:latin typeface="Calibri" panose="020F0502020204030204"/>
            <a:ea typeface="+mn-ea"/>
            <a:cs typeface="+mn-cs"/>
          </a:endParaRPr>
        </a:p>
      </dsp:txBody>
      <dsp:txXfrm>
        <a:off x="1337443" y="745230"/>
        <a:ext cx="1170318" cy="393572"/>
      </dsp:txXfrm>
    </dsp:sp>
    <dsp:sp modelId="{6E7499A7-DEC5-427C-BB68-D28CAA48DED4}">
      <dsp:nvSpPr>
        <dsp:cNvPr id="0" name=""/>
        <dsp:cNvSpPr/>
      </dsp:nvSpPr>
      <dsp:spPr>
        <a:xfrm>
          <a:off x="1630023" y="1304102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/>
              <a:ea typeface="+mn-ea"/>
              <a:cs typeface="+mn-cs"/>
            </a:rPr>
            <a:t>Streamlit</a:t>
          </a:r>
          <a:r>
            <a:rPr lang="en-US" sz="1400" kern="1200"/>
            <a:t>_app.py</a:t>
          </a:r>
          <a:endParaRPr lang="en-US" sz="1400" kern="1200" dirty="0"/>
        </a:p>
      </dsp:txBody>
      <dsp:txXfrm>
        <a:off x="1630023" y="1304102"/>
        <a:ext cx="1170318" cy="393572"/>
      </dsp:txXfrm>
    </dsp:sp>
    <dsp:sp modelId="{5BFF35C5-10DF-4DD6-8ADB-4CB699913764}">
      <dsp:nvSpPr>
        <dsp:cNvPr id="0" name=""/>
        <dsp:cNvSpPr/>
      </dsp:nvSpPr>
      <dsp:spPr>
        <a:xfrm>
          <a:off x="2673062" y="745230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data</a:t>
          </a:r>
          <a:endParaRPr lang="en-US" sz="1400" kern="1200" dirty="0"/>
        </a:p>
      </dsp:txBody>
      <dsp:txXfrm>
        <a:off x="2673062" y="745230"/>
        <a:ext cx="1170318" cy="393572"/>
      </dsp:txXfrm>
    </dsp:sp>
    <dsp:sp modelId="{1E22716F-C0AA-429B-A078-D55CF1C55E33}">
      <dsp:nvSpPr>
        <dsp:cNvPr id="0" name=""/>
        <dsp:cNvSpPr/>
      </dsp:nvSpPr>
      <dsp:spPr>
        <a:xfrm>
          <a:off x="2965642" y="1304102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raw</a:t>
          </a:r>
          <a:endParaRPr lang="en-US" sz="1400" kern="1200" dirty="0"/>
        </a:p>
      </dsp:txBody>
      <dsp:txXfrm>
        <a:off x="2965642" y="1304102"/>
        <a:ext cx="1170318" cy="393572"/>
      </dsp:txXfrm>
    </dsp:sp>
    <dsp:sp modelId="{C38A6401-AB96-4923-AE3B-FBB063E6A09C}">
      <dsp:nvSpPr>
        <dsp:cNvPr id="0" name=""/>
        <dsp:cNvSpPr/>
      </dsp:nvSpPr>
      <dsp:spPr>
        <a:xfrm>
          <a:off x="2965642" y="1862975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wrangled</a:t>
          </a:r>
          <a:endParaRPr lang="en-US" sz="1400" kern="1200" dirty="0"/>
        </a:p>
      </dsp:txBody>
      <dsp:txXfrm>
        <a:off x="2965642" y="1862975"/>
        <a:ext cx="1170318" cy="393572"/>
      </dsp:txXfrm>
    </dsp:sp>
    <dsp:sp modelId="{4AD77D01-CAE9-4935-BB72-A36B794920A2}">
      <dsp:nvSpPr>
        <dsp:cNvPr id="0" name=""/>
        <dsp:cNvSpPr/>
      </dsp:nvSpPr>
      <dsp:spPr>
        <a:xfrm>
          <a:off x="2965642" y="2421847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processsed</a:t>
          </a:r>
          <a:endParaRPr lang="en-US" sz="1400" kern="1200" dirty="0"/>
        </a:p>
      </dsp:txBody>
      <dsp:txXfrm>
        <a:off x="2965642" y="2421847"/>
        <a:ext cx="1170318" cy="393572"/>
      </dsp:txXfrm>
    </dsp:sp>
    <dsp:sp modelId="{D5678EF9-3501-46F6-A2E6-8CFCE7ED6743}">
      <dsp:nvSpPr>
        <dsp:cNvPr id="0" name=""/>
        <dsp:cNvSpPr/>
      </dsp:nvSpPr>
      <dsp:spPr>
        <a:xfrm>
          <a:off x="2965642" y="2980720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features</a:t>
          </a:r>
          <a:endParaRPr lang="en-US" sz="1400" kern="1200" dirty="0"/>
        </a:p>
      </dsp:txBody>
      <dsp:txXfrm>
        <a:off x="2965642" y="2980720"/>
        <a:ext cx="1170318" cy="393572"/>
      </dsp:txXfrm>
    </dsp:sp>
    <dsp:sp modelId="{6F7A135F-C51D-44E5-A063-921F939EA251}">
      <dsp:nvSpPr>
        <dsp:cNvPr id="0" name=""/>
        <dsp:cNvSpPr/>
      </dsp:nvSpPr>
      <dsp:spPr>
        <a:xfrm>
          <a:off x="4008681" y="745230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src</a:t>
          </a:r>
          <a:endParaRPr lang="en-US" sz="1400" kern="1200" dirty="0"/>
        </a:p>
      </dsp:txBody>
      <dsp:txXfrm>
        <a:off x="4008681" y="745230"/>
        <a:ext cx="1170318" cy="393572"/>
      </dsp:txXfrm>
    </dsp:sp>
    <dsp:sp modelId="{E1900F34-6CEF-44E7-81AD-BE828226F668}">
      <dsp:nvSpPr>
        <dsp:cNvPr id="0" name=""/>
        <dsp:cNvSpPr/>
      </dsp:nvSpPr>
      <dsp:spPr>
        <a:xfrm>
          <a:off x="4301261" y="1304102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data_</a:t>
          </a:r>
          <a:r>
            <a:rPr lang="en-US" sz="1400" kern="1200">
              <a:latin typeface="Calibri" panose="020F0502020204030204"/>
              <a:ea typeface="+mn-ea"/>
              <a:cs typeface="+mn-cs"/>
            </a:rPr>
            <a:t>handler</a:t>
          </a:r>
          <a:endParaRPr lang="en-US" sz="1400" kern="1200" dirty="0">
            <a:latin typeface="Calibri" panose="020F0502020204030204"/>
            <a:ea typeface="+mn-ea"/>
            <a:cs typeface="+mn-cs"/>
          </a:endParaRPr>
        </a:p>
      </dsp:txBody>
      <dsp:txXfrm>
        <a:off x="4301261" y="1304102"/>
        <a:ext cx="1170318" cy="393572"/>
      </dsp:txXfrm>
    </dsp:sp>
    <dsp:sp modelId="{83F91E6B-ECAF-4B22-902E-5895397A0F00}">
      <dsp:nvSpPr>
        <dsp:cNvPr id="0" name=""/>
        <dsp:cNvSpPr/>
      </dsp:nvSpPr>
      <dsp:spPr>
        <a:xfrm>
          <a:off x="4301261" y="1862975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data_</a:t>
          </a:r>
          <a:r>
            <a:rPr lang="en-US" sz="1400" kern="1200" dirty="0" err="1">
              <a:latin typeface="Calibri" panose="020F0502020204030204"/>
              <a:ea typeface="+mn-ea"/>
              <a:cs typeface="+mn-cs"/>
            </a:rPr>
            <a:t>wrangling</a:t>
          </a:r>
          <a:endParaRPr lang="en-US" sz="1400" kern="1200" dirty="0"/>
        </a:p>
      </dsp:txBody>
      <dsp:txXfrm>
        <a:off x="4301261" y="1862975"/>
        <a:ext cx="1170318" cy="393572"/>
      </dsp:txXfrm>
    </dsp:sp>
    <dsp:sp modelId="{CB0BE5BF-9EB0-4771-B461-1C1856811B9B}">
      <dsp:nvSpPr>
        <dsp:cNvPr id="0" name=""/>
        <dsp:cNvSpPr/>
      </dsp:nvSpPr>
      <dsp:spPr>
        <a:xfrm>
          <a:off x="4301261" y="2421847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data_preprocessing</a:t>
          </a:r>
          <a:endParaRPr lang="en-US" sz="1400" kern="1200" dirty="0"/>
        </a:p>
      </dsp:txBody>
      <dsp:txXfrm>
        <a:off x="4301261" y="2421847"/>
        <a:ext cx="1170318" cy="393572"/>
      </dsp:txXfrm>
    </dsp:sp>
    <dsp:sp modelId="{06BEC8C9-3DDB-4EE8-8385-8FB7D9E857D6}">
      <dsp:nvSpPr>
        <dsp:cNvPr id="0" name=""/>
        <dsp:cNvSpPr/>
      </dsp:nvSpPr>
      <dsp:spPr>
        <a:xfrm>
          <a:off x="4301261" y="2980720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/>
              <a:ea typeface="+mn-ea"/>
              <a:cs typeface="+mn-cs"/>
            </a:rPr>
            <a:t>models</a:t>
          </a:r>
          <a:endParaRPr lang="en-US" sz="1400" kern="1200" dirty="0">
            <a:latin typeface="Calibri" panose="020F0502020204030204"/>
            <a:ea typeface="+mn-ea"/>
            <a:cs typeface="+mn-cs"/>
          </a:endParaRPr>
        </a:p>
      </dsp:txBody>
      <dsp:txXfrm>
        <a:off x="4301261" y="2980720"/>
        <a:ext cx="1170318" cy="393572"/>
      </dsp:txXfrm>
    </dsp:sp>
    <dsp:sp modelId="{9D81B319-8E01-4E82-8DD1-67C9BCFDAD8D}">
      <dsp:nvSpPr>
        <dsp:cNvPr id="0" name=""/>
        <dsp:cNvSpPr/>
      </dsp:nvSpPr>
      <dsp:spPr>
        <a:xfrm>
          <a:off x="4301261" y="3539592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/>
              <a:ea typeface="+mn-ea"/>
              <a:cs typeface="+mn-cs"/>
            </a:rPr>
            <a:t>prediction</a:t>
          </a:r>
          <a:endParaRPr lang="en-US" sz="1400" kern="1200" dirty="0">
            <a:latin typeface="Calibri" panose="020F0502020204030204"/>
            <a:ea typeface="+mn-ea"/>
            <a:cs typeface="+mn-cs"/>
          </a:endParaRPr>
        </a:p>
      </dsp:txBody>
      <dsp:txXfrm>
        <a:off x="4301261" y="3539592"/>
        <a:ext cx="1170318" cy="393572"/>
      </dsp:txXfrm>
    </dsp:sp>
    <dsp:sp modelId="{A9248550-925C-4A85-A1B4-039543281C37}">
      <dsp:nvSpPr>
        <dsp:cNvPr id="0" name=""/>
        <dsp:cNvSpPr/>
      </dsp:nvSpPr>
      <dsp:spPr>
        <a:xfrm>
          <a:off x="4301261" y="4098465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alibri" panose="020F0502020204030204"/>
              <a:ea typeface="+mn-ea"/>
              <a:cs typeface="+mn-cs"/>
            </a:rPr>
            <a:t>training</a:t>
          </a:r>
        </a:p>
      </dsp:txBody>
      <dsp:txXfrm>
        <a:off x="4301261" y="4098465"/>
        <a:ext cx="1170318" cy="393572"/>
      </dsp:txXfrm>
    </dsp:sp>
    <dsp:sp modelId="{C14D078C-6BED-4B2A-AE2C-AAFAC0E3980F}">
      <dsp:nvSpPr>
        <dsp:cNvPr id="0" name=""/>
        <dsp:cNvSpPr/>
      </dsp:nvSpPr>
      <dsp:spPr>
        <a:xfrm>
          <a:off x="5344300" y="745230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alibri" panose="020F0502020204030204"/>
              <a:ea typeface="+mn-ea"/>
              <a:cs typeface="+mn-cs"/>
            </a:rPr>
            <a:t>Models</a:t>
          </a:r>
        </a:p>
      </dsp:txBody>
      <dsp:txXfrm>
        <a:off x="5344300" y="745230"/>
        <a:ext cx="1170318" cy="393572"/>
      </dsp:txXfrm>
    </dsp:sp>
    <dsp:sp modelId="{F94137EA-0C81-4372-9814-AC5A3D953A8C}">
      <dsp:nvSpPr>
        <dsp:cNvPr id="0" name=""/>
        <dsp:cNvSpPr/>
      </dsp:nvSpPr>
      <dsp:spPr>
        <a:xfrm>
          <a:off x="5636879" y="1304102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random_forest_</a:t>
          </a:r>
          <a:r>
            <a:rPr lang="en-US" sz="1400" kern="1200">
              <a:latin typeface="Calibri" panose="020F0502020204030204"/>
              <a:ea typeface="+mn-ea"/>
              <a:cs typeface="+mn-cs"/>
            </a:rPr>
            <a:t>flight</a:t>
          </a:r>
          <a:r>
            <a:rPr lang="en-US" sz="1400" kern="1200"/>
            <a:t>.pkl</a:t>
          </a:r>
          <a:endParaRPr lang="en-US" sz="1400" kern="1200" dirty="0"/>
        </a:p>
      </dsp:txBody>
      <dsp:txXfrm>
        <a:off x="5636879" y="1304102"/>
        <a:ext cx="1170318" cy="393572"/>
      </dsp:txXfrm>
    </dsp:sp>
    <dsp:sp modelId="{0F109C46-6768-49E1-9BB9-D4791793DE0C}">
      <dsp:nvSpPr>
        <dsp:cNvPr id="0" name=""/>
        <dsp:cNvSpPr/>
      </dsp:nvSpPr>
      <dsp:spPr>
        <a:xfrm>
          <a:off x="6679919" y="745230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/>
              <a:ea typeface="+mn-ea"/>
              <a:cs typeface="+mn-cs"/>
            </a:rPr>
            <a:t>Docker-compose</a:t>
          </a:r>
          <a:r>
            <a:rPr lang="en-US" sz="1400" kern="1200"/>
            <a:t>.yml</a:t>
          </a:r>
          <a:endParaRPr lang="en-US" sz="1400" kern="1200" dirty="0"/>
        </a:p>
      </dsp:txBody>
      <dsp:txXfrm>
        <a:off x="6679919" y="745230"/>
        <a:ext cx="1170318" cy="393572"/>
      </dsp:txXfrm>
    </dsp:sp>
    <dsp:sp modelId="{3671EB42-88EF-412F-814E-A4C5E1C11FD5}">
      <dsp:nvSpPr>
        <dsp:cNvPr id="0" name=""/>
        <dsp:cNvSpPr/>
      </dsp:nvSpPr>
      <dsp:spPr>
        <a:xfrm>
          <a:off x="8015537" y="745230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/>
              <a:ea typeface="+mn-ea"/>
              <a:cs typeface="+mn-cs"/>
            </a:rPr>
            <a:t>Dockerfile</a:t>
          </a:r>
          <a:r>
            <a:rPr lang="en-US" sz="1400" kern="1200"/>
            <a:t>.api</a:t>
          </a:r>
          <a:endParaRPr lang="en-US" sz="1400" kern="1200" dirty="0"/>
        </a:p>
      </dsp:txBody>
      <dsp:txXfrm>
        <a:off x="8015537" y="745230"/>
        <a:ext cx="1170318" cy="393572"/>
      </dsp:txXfrm>
    </dsp:sp>
    <dsp:sp modelId="{F61319CE-80BC-4D2E-86B8-7A7F740D2235}">
      <dsp:nvSpPr>
        <dsp:cNvPr id="0" name=""/>
        <dsp:cNvSpPr/>
      </dsp:nvSpPr>
      <dsp:spPr>
        <a:xfrm>
          <a:off x="9351156" y="745230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Dockerfile.</a:t>
          </a:r>
          <a:r>
            <a:rPr lang="en-US" sz="1400" kern="1200" dirty="0" err="1">
              <a:latin typeface="Calibri" panose="020F0502020204030204"/>
              <a:ea typeface="+mn-ea"/>
              <a:cs typeface="+mn-cs"/>
            </a:rPr>
            <a:t>streamlit</a:t>
          </a:r>
          <a:endParaRPr lang="en-US" sz="1400" kern="1200" dirty="0">
            <a:latin typeface="Calibri" panose="020F0502020204030204"/>
            <a:ea typeface="+mn-ea"/>
            <a:cs typeface="+mn-cs"/>
          </a:endParaRPr>
        </a:p>
      </dsp:txBody>
      <dsp:txXfrm>
        <a:off x="9351156" y="745230"/>
        <a:ext cx="1170318" cy="393572"/>
      </dsp:txXfrm>
    </dsp:sp>
    <dsp:sp modelId="{340DD012-A964-4E19-AC18-3D07A8161790}">
      <dsp:nvSpPr>
        <dsp:cNvPr id="0" name=""/>
        <dsp:cNvSpPr/>
      </dsp:nvSpPr>
      <dsp:spPr>
        <a:xfrm>
          <a:off x="10686775" y="745230"/>
          <a:ext cx="1170318" cy="3935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/>
              <a:ea typeface="+mn-ea"/>
              <a:cs typeface="+mn-cs"/>
            </a:rPr>
            <a:t>Requirements</a:t>
          </a:r>
          <a:r>
            <a:rPr lang="en-US" sz="1400" kern="1200"/>
            <a:t>.txt</a:t>
          </a:r>
          <a:endParaRPr lang="en-US" sz="1400" kern="1200" dirty="0"/>
        </a:p>
      </dsp:txBody>
      <dsp:txXfrm>
        <a:off x="10686775" y="745230"/>
        <a:ext cx="1170318" cy="3935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DAC5C-F7CF-44B2-952F-40B68A05A4E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14947-486F-4A20-B7F5-D1BE1BDC7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777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14947-486F-4A20-B7F5-D1BE1BDC751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235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14947-486F-4A20-B7F5-D1BE1BDC751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01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69F89-A5C9-447F-BB3B-ED05549B4925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0960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FB175-B636-4A64-B02F-730E6FEF9BD6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05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E3F1-3F48-4BAA-A814-38F3AE278AD9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41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37CE0-98BE-4103-BBD8-D779D7312DE2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54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BF539-967A-4713-ADAD-D9DFB1263C9A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416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F1E64-B5DC-4EA9-9620-E883EEB24B5C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54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A0DED7A-CA28-44C2-B00C-BD05417B2F87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36CCB4-83A5-44F7-9530-B4433D44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830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AE5F-59C3-495B-BBAF-F07F11A02912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58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A698-87C7-4FE8-8959-F554A5ACC005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77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33B5B-7631-4C76-B46E-82AD0CF3C525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076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743DAF1-7026-492D-AB20-E7195EE97F51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B36CCB4-83A5-44F7-9530-B4433D44499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48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1FCD0BF-8804-4EB0-CAD5-B1D5AA52C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67" b="51726"/>
          <a:stretch>
            <a:fillRect/>
          </a:stretch>
        </p:blipFill>
        <p:spPr>
          <a:xfrm>
            <a:off x="-1" y="-1"/>
            <a:ext cx="12192000" cy="1622323"/>
          </a:xfrm>
          <a:prstGeom prst="rect">
            <a:avLst/>
          </a:prstGeom>
          <a:noFill/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2DEFD5-7767-54AE-2422-0F9D5134A8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575122"/>
            <a:ext cx="9144000" cy="105192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Voyage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0D7604-F441-73DA-C267-B587D5C77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2746" y="3790574"/>
            <a:ext cx="9486507" cy="724865"/>
          </a:xfrm>
        </p:spPr>
        <p:txBody>
          <a:bodyPr>
            <a:normAutofit/>
          </a:bodyPr>
          <a:lstStyle/>
          <a:p>
            <a:pPr algn="ctr"/>
            <a:r>
              <a:rPr lang="en-US" cap="none" dirty="0">
                <a:solidFill>
                  <a:schemeClr val="tx1"/>
                </a:solidFill>
                <a:latin typeface="+mn-lt"/>
              </a:rPr>
              <a:t>Integrating </a:t>
            </a:r>
            <a:r>
              <a:rPr lang="en-US" cap="none" dirty="0" err="1">
                <a:solidFill>
                  <a:schemeClr val="tx1"/>
                </a:solidFill>
                <a:latin typeface="+mn-lt"/>
              </a:rPr>
              <a:t>MLOps</a:t>
            </a:r>
            <a:r>
              <a:rPr lang="en-US" cap="none" dirty="0">
                <a:solidFill>
                  <a:schemeClr val="tx1"/>
                </a:solidFill>
                <a:latin typeface="+mn-lt"/>
              </a:rPr>
              <a:t> in Travel – Production Deployment Journey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BCE400-CDEB-FB13-D8B8-50BFB9154E20}"/>
              </a:ext>
            </a:extLst>
          </p:cNvPr>
          <p:cNvSpPr txBox="1"/>
          <p:nvPr/>
        </p:nvSpPr>
        <p:spPr>
          <a:xfrm>
            <a:off x="4106943" y="4678968"/>
            <a:ext cx="3978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- Srushti Suthar</a:t>
            </a:r>
          </a:p>
          <a:p>
            <a:pPr algn="ctr"/>
            <a:r>
              <a:rPr lang="en-US" dirty="0"/>
              <a:t>15/07/25 – 15/01/26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6CE300-1071-12EC-9EF5-43F798014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134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29129-49F1-3835-9F71-AE0074677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C65AB-C93D-38A3-1D4E-FF4772099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- In the realm of travel and tourism, the intersection of data analytics and machine learning presents an opportunity to revolutionize the way travel experiences are curated and delivered.</a:t>
            </a:r>
          </a:p>
          <a:p>
            <a:pPr algn="just"/>
            <a:r>
              <a:rPr lang="en-US" dirty="0"/>
              <a:t>- This capstone project revolves around a trio of datasets – users, flights, and hotels – each providing a unique perspective on travel patterns and preferences. </a:t>
            </a:r>
          </a:p>
          <a:p>
            <a:pPr algn="just"/>
            <a:r>
              <a:rPr lang="en-US" dirty="0"/>
              <a:t>- The goal is to leverage these datasets to build and deploy sophisticated machine learning models, serving a dual purpose: enhancing predictive capabilities in travel-related decision-making and mastering the art of </a:t>
            </a:r>
            <a:r>
              <a:rPr lang="en-US" dirty="0" err="1"/>
              <a:t>MLOps</a:t>
            </a:r>
            <a:r>
              <a:rPr lang="en-US" dirty="0"/>
              <a:t> through hands-on application.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4C592-DA68-5939-878F-4BF134079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018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DD977-DE4D-1712-F9FF-A4F45CEFC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– Model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F5297-3CB1-D85D-0AC0-FEF446D07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1. Regression Model Development:</a:t>
            </a:r>
          </a:p>
          <a:p>
            <a:r>
              <a:rPr lang="en-US" dirty="0"/>
              <a:t>Build a regression model to predict the price of a flight using the </a:t>
            </a:r>
            <a:r>
              <a:rPr lang="en-US" b="1" dirty="0"/>
              <a:t>flights.csv</a:t>
            </a:r>
            <a:r>
              <a:rPr lang="en-US" dirty="0"/>
              <a:t> dataset. Focus on feature selection, model training, and validation to ensure accuracy and reliability.</a:t>
            </a:r>
          </a:p>
          <a:p>
            <a:r>
              <a:rPr lang="en-US" b="1" dirty="0"/>
              <a:t>2. Gender Classification Model:</a:t>
            </a:r>
          </a:p>
          <a:p>
            <a:r>
              <a:rPr lang="en-US" dirty="0"/>
              <a:t>Deploy a classification model to categorize a user's gender.</a:t>
            </a:r>
          </a:p>
          <a:p>
            <a:r>
              <a:rPr lang="en-US" b="1" dirty="0"/>
              <a:t>3. Travel Recommendation Model:</a:t>
            </a:r>
          </a:p>
          <a:p>
            <a:r>
              <a:rPr lang="en-US" dirty="0"/>
              <a:t>Build a recommendation model to provide hotel suggestions based on user preferences and historical data. Develop a </a:t>
            </a:r>
            <a:r>
              <a:rPr lang="en-US" b="1" dirty="0" err="1"/>
              <a:t>Streamlit</a:t>
            </a:r>
            <a:r>
              <a:rPr lang="en-US" b="1" dirty="0"/>
              <a:t> web application </a:t>
            </a:r>
            <a:r>
              <a:rPr lang="en-US" dirty="0"/>
              <a:t>to display insights and visualizations derived from the deployed travel recommendation model, offering an interactive and user-friendly interface for data exploration.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ED66E-85FC-E1A9-C6CF-54209871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1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100F2-83BB-5EDA-D3C8-F46585995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FA64C-CF36-4AA1-1DD1-2982AF905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- </a:t>
            </a:r>
            <a:r>
              <a:rPr lang="en-US" dirty="0" err="1"/>
              <a:t>MLOps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F9390-C450-2D27-D305-8436DAE92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37079"/>
          </a:xfrm>
        </p:spPr>
        <p:txBody>
          <a:bodyPr>
            <a:noAutofit/>
          </a:bodyPr>
          <a:lstStyle/>
          <a:p>
            <a:r>
              <a:rPr lang="en-US" b="1" dirty="0"/>
              <a:t>1. Model Tracking with </a:t>
            </a:r>
            <a:r>
              <a:rPr lang="en-US" b="1" dirty="0" err="1"/>
              <a:t>MLFlow</a:t>
            </a:r>
            <a:r>
              <a:rPr lang="en-US" b="1" dirty="0"/>
              <a:t>:</a:t>
            </a:r>
          </a:p>
          <a:p>
            <a:r>
              <a:rPr lang="en-US" dirty="0"/>
              <a:t>Utilize </a:t>
            </a:r>
            <a:r>
              <a:rPr lang="en-US" dirty="0" err="1"/>
              <a:t>MLFlow</a:t>
            </a:r>
            <a:r>
              <a:rPr lang="en-US" dirty="0"/>
              <a:t> for </a:t>
            </a:r>
            <a:r>
              <a:rPr lang="en-US" b="1" dirty="0"/>
              <a:t>tracking and managing different versions </a:t>
            </a:r>
            <a:r>
              <a:rPr lang="en-US" dirty="0"/>
              <a:t>of the travel price prediction model, ensuring a systematic approach to model iteration and deployment.</a:t>
            </a:r>
          </a:p>
          <a:p>
            <a:r>
              <a:rPr lang="en-US" b="1" dirty="0"/>
              <a:t>2. REST API for Regression Model:</a:t>
            </a:r>
          </a:p>
          <a:p>
            <a:r>
              <a:rPr lang="en-US" dirty="0"/>
              <a:t>Develop a REST API using </a:t>
            </a:r>
            <a:r>
              <a:rPr lang="en-US" b="1" dirty="0"/>
              <a:t>Flask</a:t>
            </a:r>
            <a:r>
              <a:rPr lang="en-US" dirty="0"/>
              <a:t> to serve the flight price prediction model, enabling real-time price predictions.</a:t>
            </a:r>
          </a:p>
          <a:p>
            <a:r>
              <a:rPr lang="en-US" b="1" dirty="0"/>
              <a:t>3. Containerization:</a:t>
            </a:r>
          </a:p>
          <a:p>
            <a:r>
              <a:rPr lang="en-US" dirty="0"/>
              <a:t>Package and deploy the flight price prediction model using </a:t>
            </a:r>
            <a:r>
              <a:rPr lang="en-US" b="1" dirty="0"/>
              <a:t>Docker</a:t>
            </a:r>
            <a:r>
              <a:rPr lang="en-US" dirty="0"/>
              <a:t>, ensuring portability and ease of deployment.</a:t>
            </a:r>
          </a:p>
          <a:p>
            <a:r>
              <a:rPr lang="en-US" b="1" dirty="0"/>
              <a:t>4. Kubernetes for Scalability:</a:t>
            </a:r>
          </a:p>
          <a:p>
            <a:r>
              <a:rPr lang="en-US" dirty="0"/>
              <a:t>Deploy the model using </a:t>
            </a:r>
            <a:r>
              <a:rPr lang="en-US" b="1" dirty="0"/>
              <a:t>Kubernetes</a:t>
            </a:r>
            <a:r>
              <a:rPr lang="en-US" dirty="0"/>
              <a:t> to manage scalability and handle varying loads efficiently.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C7B94-8C1C-4052-FA16-EA0486E14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321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70F80-2AA8-5255-05B5-33D793DF43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Model Building</a:t>
            </a:r>
          </a:p>
          <a:p>
            <a:r>
              <a:rPr lang="en-US" dirty="0"/>
              <a:t>        Flight Price Prediction Model </a:t>
            </a:r>
          </a:p>
          <a:p>
            <a:r>
              <a:rPr lang="en-US" dirty="0"/>
              <a:t>        Gender Classification Model</a:t>
            </a:r>
          </a:p>
          <a:p>
            <a:r>
              <a:rPr lang="en-US" dirty="0"/>
              <a:t>        Travel Recommendation Model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82B32D-DD61-97DE-FAA1-673F376D5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Status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D3BD16-44E1-91FC-D9ED-615AC0AAE48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 err="1"/>
              <a:t>MLOps</a:t>
            </a:r>
            <a:endParaRPr lang="en-US" b="1" dirty="0"/>
          </a:p>
          <a:p>
            <a:r>
              <a:rPr lang="en-US" dirty="0"/>
              <a:t>         </a:t>
            </a:r>
            <a:r>
              <a:rPr lang="en-US" dirty="0" err="1"/>
              <a:t>MLFlow</a:t>
            </a:r>
            <a:r>
              <a:rPr lang="en-US" dirty="0"/>
              <a:t> Model Tracking</a:t>
            </a:r>
          </a:p>
          <a:p>
            <a:r>
              <a:rPr lang="en-US" dirty="0"/>
              <a:t>         </a:t>
            </a:r>
            <a:r>
              <a:rPr lang="en-US" dirty="0" err="1"/>
              <a:t>Streamlit</a:t>
            </a:r>
            <a:r>
              <a:rPr lang="en-US" dirty="0"/>
              <a:t> UI + REST API (Flask)</a:t>
            </a:r>
          </a:p>
          <a:p>
            <a:r>
              <a:rPr lang="en-US" dirty="0"/>
              <a:t>         Docker Containerization</a:t>
            </a:r>
          </a:p>
          <a:p>
            <a:r>
              <a:rPr lang="en-US" dirty="0"/>
              <a:t>         Kubernetes Scalability</a:t>
            </a:r>
          </a:p>
        </p:txBody>
      </p:sp>
      <p:pic>
        <p:nvPicPr>
          <p:cNvPr id="6" name="Graphic 5" descr="Checkmark">
            <a:extLst>
              <a:ext uri="{FF2B5EF4-FFF2-40B4-BE49-F238E27FC236}">
                <a16:creationId xmlns:a16="http://schemas.microsoft.com/office/drawing/2014/main" id="{BF2CE22F-CBFF-1C9C-0C3D-7F9236F4E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0704" y="2349229"/>
            <a:ext cx="257783" cy="257783"/>
          </a:xfrm>
          <a:prstGeom prst="rect">
            <a:avLst/>
          </a:prstGeom>
        </p:spPr>
      </p:pic>
      <p:pic>
        <p:nvPicPr>
          <p:cNvPr id="8" name="Graphic 7" descr="Checkmark">
            <a:extLst>
              <a:ext uri="{FF2B5EF4-FFF2-40B4-BE49-F238E27FC236}">
                <a16:creationId xmlns:a16="http://schemas.microsoft.com/office/drawing/2014/main" id="{A6CB4C10-ABC3-C33E-1DE5-E5288147E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32574" y="3239510"/>
            <a:ext cx="257783" cy="257783"/>
          </a:xfrm>
          <a:prstGeom prst="rect">
            <a:avLst/>
          </a:prstGeom>
        </p:spPr>
      </p:pic>
      <p:pic>
        <p:nvPicPr>
          <p:cNvPr id="9" name="Graphic 8" descr="Checkmark">
            <a:extLst>
              <a:ext uri="{FF2B5EF4-FFF2-40B4-BE49-F238E27FC236}">
                <a16:creationId xmlns:a16="http://schemas.microsoft.com/office/drawing/2014/main" id="{20F161C7-2C89-8E2B-AF78-44B8A19F5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32575" y="2785466"/>
            <a:ext cx="257783" cy="257783"/>
          </a:xfrm>
          <a:prstGeom prst="rect">
            <a:avLst/>
          </a:prstGeom>
        </p:spPr>
      </p:pic>
      <p:pic>
        <p:nvPicPr>
          <p:cNvPr id="10" name="Graphic 9" descr="Checkmark">
            <a:extLst>
              <a:ext uri="{FF2B5EF4-FFF2-40B4-BE49-F238E27FC236}">
                <a16:creationId xmlns:a16="http://schemas.microsoft.com/office/drawing/2014/main" id="{09F6D055-7216-2ECE-85FD-D26B62055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32576" y="2349228"/>
            <a:ext cx="257783" cy="257783"/>
          </a:xfrm>
          <a:prstGeom prst="rect">
            <a:avLst/>
          </a:prstGeom>
        </p:spPr>
      </p:pic>
      <p:pic>
        <p:nvPicPr>
          <p:cNvPr id="12" name="Graphic 11" descr="Hourglass">
            <a:extLst>
              <a:ext uri="{FF2B5EF4-FFF2-40B4-BE49-F238E27FC236}">
                <a16:creationId xmlns:a16="http://schemas.microsoft.com/office/drawing/2014/main" id="{79B1C8FD-D76B-D5DA-B06F-907D10C610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177" y="2761816"/>
            <a:ext cx="364836" cy="305085"/>
          </a:xfrm>
          <a:prstGeom prst="rect">
            <a:avLst/>
          </a:prstGeom>
        </p:spPr>
      </p:pic>
      <p:pic>
        <p:nvPicPr>
          <p:cNvPr id="13" name="Graphic 12" descr="Hourglass">
            <a:extLst>
              <a:ext uri="{FF2B5EF4-FFF2-40B4-BE49-F238E27FC236}">
                <a16:creationId xmlns:a16="http://schemas.microsoft.com/office/drawing/2014/main" id="{B91AEC1C-C582-F5D8-421E-B42CD8F38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177" y="3221705"/>
            <a:ext cx="364836" cy="305085"/>
          </a:xfrm>
          <a:prstGeom prst="rect">
            <a:avLst/>
          </a:prstGeom>
        </p:spPr>
      </p:pic>
      <p:pic>
        <p:nvPicPr>
          <p:cNvPr id="14" name="Graphic 13" descr="Hourglass">
            <a:extLst>
              <a:ext uri="{FF2B5EF4-FFF2-40B4-BE49-F238E27FC236}">
                <a16:creationId xmlns:a16="http://schemas.microsoft.com/office/drawing/2014/main" id="{8CC60CDD-5C1C-5782-379E-9E910DF925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79047" y="3675748"/>
            <a:ext cx="364836" cy="30508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56726-3895-BE48-4028-86295248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92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6B028-D6D0-A6B7-29C4-4885E694E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Architecture Overview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EC4CA70-2216-3F62-0A17-381AEAE2F10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39305450"/>
              </p:ext>
            </p:extLst>
          </p:nvPr>
        </p:nvGraphicFramePr>
        <p:xfrm>
          <a:off x="5972431" y="2209274"/>
          <a:ext cx="4937124" cy="33274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645708">
                  <a:extLst>
                    <a:ext uri="{9D8B030D-6E8A-4147-A177-3AD203B41FA5}">
                      <a16:colId xmlns:a16="http://schemas.microsoft.com/office/drawing/2014/main" val="1632950903"/>
                    </a:ext>
                  </a:extLst>
                </a:gridCol>
                <a:gridCol w="1645708">
                  <a:extLst>
                    <a:ext uri="{9D8B030D-6E8A-4147-A177-3AD203B41FA5}">
                      <a16:colId xmlns:a16="http://schemas.microsoft.com/office/drawing/2014/main" val="2671943805"/>
                    </a:ext>
                  </a:extLst>
                </a:gridCol>
                <a:gridCol w="1645708">
                  <a:extLst>
                    <a:ext uri="{9D8B030D-6E8A-4147-A177-3AD203B41FA5}">
                      <a16:colId xmlns:a16="http://schemas.microsoft.com/office/drawing/2014/main" val="3650071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 dirty="0">
                          <a:effectLst/>
                        </a:rPr>
                        <a:t>Layer</a:t>
                      </a: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>
                          <a:effectLst/>
                        </a:rPr>
                        <a:t>Language</a:t>
                      </a: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 dirty="0">
                          <a:effectLst/>
                        </a:rPr>
                        <a:t>Purpose</a:t>
                      </a: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267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b="0" dirty="0">
                          <a:effectLst/>
                        </a:rPr>
                        <a:t>Frontend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 err="1">
                          <a:effectLst/>
                        </a:rPr>
                        <a:t>Streamlit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>
                          <a:effectLst/>
                        </a:rPr>
                        <a:t>Interactive UI</a:t>
                      </a: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2833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b="0">
                          <a:effectLst/>
                        </a:rPr>
                        <a:t>Backend</a:t>
                      </a:r>
                      <a:endParaRPr lang="en-US">
                        <a:effectLst/>
                      </a:endParaRP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b="0">
                          <a:effectLst/>
                        </a:rPr>
                        <a:t>Python 3.10</a:t>
                      </a:r>
                      <a:endParaRPr lang="en-US">
                        <a:effectLst/>
                      </a:endParaRP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>
                          <a:effectLst/>
                        </a:rPr>
                        <a:t>API + ML inference</a:t>
                      </a: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7157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b="0">
                          <a:effectLst/>
                        </a:rPr>
                        <a:t>ML Pipeline</a:t>
                      </a:r>
                      <a:endParaRPr lang="en-US">
                        <a:effectLst/>
                      </a:endParaRP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b="0">
                          <a:effectLst/>
                        </a:rPr>
                        <a:t>Python 3.10</a:t>
                      </a:r>
                      <a:endParaRPr lang="en-US">
                        <a:effectLst/>
                      </a:endParaRP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>
                          <a:effectLst/>
                        </a:rPr>
                        <a:t>Training + preprocessing</a:t>
                      </a: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753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b="0">
                          <a:effectLst/>
                        </a:rPr>
                        <a:t>DevOps</a:t>
                      </a:r>
                      <a:endParaRPr lang="en-US">
                        <a:effectLst/>
                      </a:endParaRP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YAML + Bash</a:t>
                      </a: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>
                          <a:effectLst/>
                        </a:rPr>
                        <a:t>Docker + orchestration</a:t>
                      </a: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3708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b="0">
                          <a:effectLst/>
                        </a:rPr>
                        <a:t>Container</a:t>
                      </a:r>
                      <a:endParaRPr lang="en-US">
                        <a:effectLst/>
                      </a:endParaRP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>
                          <a:effectLst/>
                        </a:rPr>
                        <a:t>Dockerfile</a:t>
                      </a: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Packaging + deployment</a:t>
                      </a: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8073296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63BC799D-3200-EABC-AA42-C775FB9E9208}"/>
              </a:ext>
            </a:extLst>
          </p:cNvPr>
          <p:cNvGrpSpPr/>
          <p:nvPr/>
        </p:nvGrpSpPr>
        <p:grpSpPr>
          <a:xfrm>
            <a:off x="1470906" y="2209274"/>
            <a:ext cx="3700862" cy="3288853"/>
            <a:chOff x="1097280" y="1884810"/>
            <a:chExt cx="3700862" cy="328885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75C89DF-62F9-935C-C96F-AD4E017FA1CF}"/>
                </a:ext>
              </a:extLst>
            </p:cNvPr>
            <p:cNvSpPr/>
            <p:nvPr/>
          </p:nvSpPr>
          <p:spPr>
            <a:xfrm>
              <a:off x="3038167" y="1884810"/>
              <a:ext cx="1759975" cy="145075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A27B79-1E29-D44E-B4A2-3C691F136F6B}"/>
                </a:ext>
              </a:extLst>
            </p:cNvPr>
            <p:cNvSpPr/>
            <p:nvPr/>
          </p:nvSpPr>
          <p:spPr>
            <a:xfrm>
              <a:off x="1097280" y="1884810"/>
              <a:ext cx="1759975" cy="209725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503DA60-CAFF-02B9-D7D2-E7D0A6ED9324}"/>
                </a:ext>
              </a:extLst>
            </p:cNvPr>
            <p:cNvSpPr/>
            <p:nvPr/>
          </p:nvSpPr>
          <p:spPr>
            <a:xfrm>
              <a:off x="1238864" y="2029619"/>
              <a:ext cx="1494504" cy="4776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Backend 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2937110-49CE-DFAB-C9C9-249A91A11B3A}"/>
                </a:ext>
              </a:extLst>
            </p:cNvPr>
            <p:cNvSpPr/>
            <p:nvPr/>
          </p:nvSpPr>
          <p:spPr>
            <a:xfrm>
              <a:off x="1238864" y="2717723"/>
              <a:ext cx="1494504" cy="6354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Python model building file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B2E200-C3F7-A707-B0E0-1682C65A5084}"/>
                </a:ext>
              </a:extLst>
            </p:cNvPr>
            <p:cNvSpPr/>
            <p:nvPr/>
          </p:nvSpPr>
          <p:spPr>
            <a:xfrm>
              <a:off x="1238864" y="3353170"/>
              <a:ext cx="1494504" cy="4776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Flask API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288E794-4D31-D501-3CEB-4ACB0D5497B4}"/>
                </a:ext>
              </a:extLst>
            </p:cNvPr>
            <p:cNvSpPr/>
            <p:nvPr/>
          </p:nvSpPr>
          <p:spPr>
            <a:xfrm>
              <a:off x="3170903" y="2029619"/>
              <a:ext cx="1494504" cy="4776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Frontend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71DF160-F9D1-AD2A-DB2B-1E580C2B41D9}"/>
                </a:ext>
              </a:extLst>
            </p:cNvPr>
            <p:cNvSpPr/>
            <p:nvPr/>
          </p:nvSpPr>
          <p:spPr>
            <a:xfrm>
              <a:off x="3170903" y="2717723"/>
              <a:ext cx="1494504" cy="4776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Streamlit</a:t>
              </a:r>
              <a:r>
                <a:rPr lang="en-US" dirty="0">
                  <a:solidFill>
                    <a:schemeClr val="tx1"/>
                  </a:solidFill>
                </a:rPr>
                <a:t> UI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AB20512-E167-F0DC-A5CE-42B2D87A93E6}"/>
                </a:ext>
              </a:extLst>
            </p:cNvPr>
            <p:cNvSpPr/>
            <p:nvPr/>
          </p:nvSpPr>
          <p:spPr>
            <a:xfrm>
              <a:off x="1751126" y="4678453"/>
              <a:ext cx="2378423" cy="4952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Docker Container</a:t>
              </a:r>
            </a:p>
          </p:txBody>
        </p: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30F6F09C-8F5D-BB5B-76EC-B7B62EE77582}"/>
                </a:ext>
              </a:extLst>
            </p:cNvPr>
            <p:cNvCxnSpPr>
              <a:stCxn id="15" idx="2"/>
              <a:endCxn id="16" idx="0"/>
            </p:cNvCxnSpPr>
            <p:nvPr/>
          </p:nvCxnSpPr>
          <p:spPr>
            <a:xfrm rot="5400000">
              <a:off x="2757804" y="3518102"/>
              <a:ext cx="1342886" cy="977817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A0DD2F91-D878-1AEA-EAB1-54528A98CADD}"/>
                </a:ext>
              </a:extLst>
            </p:cNvPr>
            <p:cNvCxnSpPr>
              <a:stCxn id="14" idx="2"/>
              <a:endCxn id="16" idx="0"/>
            </p:cNvCxnSpPr>
            <p:nvPr/>
          </p:nvCxnSpPr>
          <p:spPr>
            <a:xfrm rot="16200000" flipH="1">
              <a:off x="2110610" y="3848724"/>
              <a:ext cx="696387" cy="963070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EDF4541-1134-BA2E-5B3D-62910F311FD8}"/>
                </a:ext>
              </a:extLst>
            </p:cNvPr>
            <p:cNvSpPr/>
            <p:nvPr/>
          </p:nvSpPr>
          <p:spPr>
            <a:xfrm>
              <a:off x="2940339" y="4161443"/>
              <a:ext cx="1759975" cy="30063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Docker compose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A8B5D8-82DA-94B9-25F7-3F05F3477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23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80C3C-E017-016C-104A-6D20A5A5C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Flight Price Prediction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2C9E7-29D2-929F-3D77-2AAC58457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8694" y="488329"/>
            <a:ext cx="6492240" cy="5573684"/>
          </a:xfrm>
        </p:spPr>
        <p:txBody>
          <a:bodyPr>
            <a:noAutofit/>
          </a:bodyPr>
          <a:lstStyle/>
          <a:p>
            <a:pPr algn="just"/>
            <a:r>
              <a:rPr lang="en-US" b="1" dirty="0"/>
              <a:t>- Data Handling and EDA</a:t>
            </a:r>
          </a:p>
          <a:p>
            <a:pPr algn="just"/>
            <a:r>
              <a:rPr lang="en-US" b="1" dirty="0"/>
              <a:t>- Wrangling</a:t>
            </a:r>
            <a:r>
              <a:rPr lang="en-US" dirty="0"/>
              <a:t>: Sanity checks for data, null values, duplicates, data types </a:t>
            </a:r>
          </a:p>
          <a:p>
            <a:pPr algn="just"/>
            <a:r>
              <a:rPr lang="en-US" dirty="0"/>
              <a:t>- </a:t>
            </a:r>
            <a:r>
              <a:rPr lang="en-US" b="1" dirty="0"/>
              <a:t>Preprocessing</a:t>
            </a:r>
            <a:r>
              <a:rPr lang="en-US" dirty="0"/>
              <a:t>: Dates parsed, outliers removed, encoders (Ordinal and One-Hot Encoding), </a:t>
            </a:r>
            <a:r>
              <a:rPr lang="en-US" dirty="0" err="1"/>
              <a:t>tranformation</a:t>
            </a:r>
            <a:r>
              <a:rPr lang="en-US" dirty="0"/>
              <a:t> (</a:t>
            </a:r>
            <a:r>
              <a:rPr lang="en-US" dirty="0" err="1"/>
              <a:t>PowerTransformer</a:t>
            </a:r>
            <a:r>
              <a:rPr lang="en-US" dirty="0"/>
              <a:t>), scaler ( </a:t>
            </a:r>
            <a:r>
              <a:rPr lang="en-US" dirty="0" err="1"/>
              <a:t>StandardScaler</a:t>
            </a:r>
            <a:r>
              <a:rPr lang="en-US" dirty="0"/>
              <a:t>)</a:t>
            </a:r>
          </a:p>
          <a:p>
            <a:pPr algn="just"/>
            <a:r>
              <a:rPr lang="en-US" dirty="0"/>
              <a:t>- </a:t>
            </a:r>
            <a:r>
              <a:rPr lang="en-US" b="1" dirty="0"/>
              <a:t>Features</a:t>
            </a:r>
            <a:r>
              <a:rPr lang="en-US" dirty="0"/>
              <a:t>: 25 columns exactly matching training schema </a:t>
            </a:r>
          </a:p>
          <a:p>
            <a:pPr algn="just"/>
            <a:r>
              <a:rPr lang="en-US" dirty="0"/>
              <a:t>- </a:t>
            </a:r>
            <a:r>
              <a:rPr lang="en-US" b="1" dirty="0"/>
              <a:t>Models</a:t>
            </a:r>
            <a:r>
              <a:rPr lang="en-US" dirty="0"/>
              <a:t>: </a:t>
            </a:r>
            <a:r>
              <a:rPr lang="en-US" dirty="0" err="1"/>
              <a:t>MLFlow</a:t>
            </a:r>
            <a:r>
              <a:rPr lang="en-US" dirty="0"/>
              <a:t> tracking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- </a:t>
            </a:r>
            <a:r>
              <a:rPr lang="en-US" b="1" dirty="0"/>
              <a:t>Pipeline</a:t>
            </a:r>
            <a:r>
              <a:rPr lang="en-US" dirty="0"/>
              <a:t>: </a:t>
            </a:r>
            <a:r>
              <a:rPr lang="en-US" dirty="0" err="1"/>
              <a:t>Streamlit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Flask /predict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4-stage processing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JSON in &lt;200ms</a:t>
            </a:r>
          </a:p>
          <a:p>
            <a:pPr algn="just"/>
            <a:r>
              <a:rPr lang="en-US" dirty="0"/>
              <a:t>- </a:t>
            </a:r>
            <a:r>
              <a:rPr lang="en-US" b="1" dirty="0"/>
              <a:t>Production</a:t>
            </a:r>
            <a:r>
              <a:rPr lang="en-US" dirty="0"/>
              <a:t>: </a:t>
            </a:r>
            <a:r>
              <a:rPr lang="en-US" dirty="0" err="1"/>
              <a:t>Dockerized</a:t>
            </a:r>
            <a:r>
              <a:rPr lang="en-US" dirty="0"/>
              <a:t>, localhost:8501→5000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E2017-6CC9-A473-68DB-53D6CFA85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2000" b="1" dirty="0"/>
              <a:t>99.9% Accurate:          </a:t>
            </a:r>
            <a:r>
              <a:rPr lang="en-US" sz="2000" dirty="0"/>
              <a:t>Predicts exact flight prices                (R² = 0.999)</a:t>
            </a:r>
          </a:p>
          <a:p>
            <a:r>
              <a:rPr lang="en-US" sz="2000" b="1" dirty="0"/>
              <a:t>Instant Results</a:t>
            </a:r>
            <a:r>
              <a:rPr lang="en-US" sz="2000" dirty="0"/>
              <a:t>:                Real-time predictions in under 200ms</a:t>
            </a:r>
          </a:p>
          <a:p>
            <a:r>
              <a:rPr lang="en-US" sz="2000" b="1" dirty="0"/>
              <a:t>Production Ready</a:t>
            </a:r>
            <a:r>
              <a:rPr lang="en-US" sz="2000" dirty="0"/>
              <a:t>: </a:t>
            </a:r>
            <a:r>
              <a:rPr lang="en-US" sz="2000" dirty="0" err="1"/>
              <a:t>Dockerized</a:t>
            </a:r>
            <a:r>
              <a:rPr lang="en-US" sz="2000" dirty="0"/>
              <a:t> Flask API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52D038-EBEE-553A-BE0C-998368666E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462168"/>
              </p:ext>
            </p:extLst>
          </p:nvPr>
        </p:nvGraphicFramePr>
        <p:xfrm>
          <a:off x="5106380" y="3545245"/>
          <a:ext cx="5638800" cy="149352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17487517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126807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 dirty="0">
                          <a:effectLst/>
                        </a:rPr>
                        <a:t>Model</a:t>
                      </a: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 dirty="0">
                          <a:effectLst/>
                        </a:rPr>
                        <a:t>R² Score</a:t>
                      </a: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895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Ridge</a:t>
                      </a: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0.740</a:t>
                      </a: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9443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b="0" dirty="0">
                          <a:effectLst/>
                        </a:rPr>
                        <a:t>Random Forest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b="0" dirty="0">
                          <a:effectLst/>
                        </a:rPr>
                        <a:t>0.999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1540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 err="1">
                          <a:effectLst/>
                        </a:rPr>
                        <a:t>XGBoost</a:t>
                      </a:r>
                      <a:endParaRPr lang="en-US" dirty="0">
                        <a:effectLst/>
                      </a:endParaRP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0.997</a:t>
                      </a:r>
                    </a:p>
                  </a:txBody>
                  <a:tcPr marL="60960" marR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7724731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0E6E6-3387-6AF0-6D3C-8C0E74773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364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ECF6-CFC4-2DF0-DCAC-16B39750A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 Overview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E02715C-45F7-0BA5-B3B4-6ABCB3864DDD}"/>
              </a:ext>
            </a:extLst>
          </p:cNvPr>
          <p:cNvGrpSpPr/>
          <p:nvPr/>
        </p:nvGrpSpPr>
        <p:grpSpPr>
          <a:xfrm>
            <a:off x="1682790" y="2702124"/>
            <a:ext cx="8887379" cy="2232906"/>
            <a:chOff x="1234931" y="3636188"/>
            <a:chExt cx="8887379" cy="223290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49BE7ED-EA3C-6C74-8198-7969A28FC79B}"/>
                </a:ext>
              </a:extLst>
            </p:cNvPr>
            <p:cNvSpPr/>
            <p:nvPr/>
          </p:nvSpPr>
          <p:spPr>
            <a:xfrm>
              <a:off x="1234931" y="3636188"/>
              <a:ext cx="1710813" cy="44245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Raw Input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7B67449-8CAD-0C44-7C87-57768F6C6203}"/>
                </a:ext>
              </a:extLst>
            </p:cNvPr>
            <p:cNvSpPr/>
            <p:nvPr/>
          </p:nvSpPr>
          <p:spPr>
            <a:xfrm>
              <a:off x="4450572" y="3636188"/>
              <a:ext cx="2014629" cy="44245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Data wrangling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E9756FF-A10E-43A7-CCC3-B48AF662E14D}"/>
                </a:ext>
              </a:extLst>
            </p:cNvPr>
            <p:cNvSpPr/>
            <p:nvPr/>
          </p:nvSpPr>
          <p:spPr>
            <a:xfrm>
              <a:off x="7970029" y="3636188"/>
              <a:ext cx="2152281" cy="44245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Data preprocessing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3FEBDA-D023-00E8-F839-E708D8289ECA}"/>
                </a:ext>
              </a:extLst>
            </p:cNvPr>
            <p:cNvSpPr/>
            <p:nvPr/>
          </p:nvSpPr>
          <p:spPr>
            <a:xfrm>
              <a:off x="1234931" y="4078640"/>
              <a:ext cx="1710813" cy="44245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JSON payload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DDE7603-7DD6-9CDE-2681-0AFFB528C03B}"/>
                </a:ext>
              </a:extLst>
            </p:cNvPr>
            <p:cNvSpPr/>
            <p:nvPr/>
          </p:nvSpPr>
          <p:spPr>
            <a:xfrm>
              <a:off x="4450572" y="4310189"/>
              <a:ext cx="2014629" cy="44245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Clean DF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D741DB8-9C09-A48B-CB0B-CE5FB063FA33}"/>
                </a:ext>
              </a:extLst>
            </p:cNvPr>
            <p:cNvSpPr/>
            <p:nvPr/>
          </p:nvSpPr>
          <p:spPr>
            <a:xfrm>
              <a:off x="7970028" y="4310189"/>
              <a:ext cx="2152281" cy="44245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Scaled features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E0A0D7-3DE3-B09B-FB91-DE24452A69A4}"/>
                </a:ext>
              </a:extLst>
            </p:cNvPr>
            <p:cNvSpPr/>
            <p:nvPr/>
          </p:nvSpPr>
          <p:spPr>
            <a:xfrm>
              <a:off x="7970028" y="4752641"/>
              <a:ext cx="2152281" cy="44245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Model ready data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363BC27-F019-FDC4-DAD1-587839936D0A}"/>
                </a:ext>
              </a:extLst>
            </p:cNvPr>
            <p:cNvSpPr/>
            <p:nvPr/>
          </p:nvSpPr>
          <p:spPr>
            <a:xfrm>
              <a:off x="1234931" y="5426642"/>
              <a:ext cx="1710813" cy="44245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Streamlit</a:t>
              </a:r>
              <a:r>
                <a:rPr lang="en-US" dirty="0">
                  <a:solidFill>
                    <a:schemeClr val="tx1"/>
                  </a:solidFill>
                </a:rPr>
                <a:t> UI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E02D859-56CC-239F-216B-8692CA7E93F7}"/>
                </a:ext>
              </a:extLst>
            </p:cNvPr>
            <p:cNvSpPr/>
            <p:nvPr/>
          </p:nvSpPr>
          <p:spPr>
            <a:xfrm>
              <a:off x="4484492" y="5426642"/>
              <a:ext cx="1980709" cy="44245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Flask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4D39C11-0D65-097A-DD9F-16B9D67003BE}"/>
                </a:ext>
              </a:extLst>
            </p:cNvPr>
            <p:cNvSpPr/>
            <p:nvPr/>
          </p:nvSpPr>
          <p:spPr>
            <a:xfrm>
              <a:off x="7970028" y="5425878"/>
              <a:ext cx="2152281" cy="44245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Final Prediction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26212ED-B5BC-FACA-7E61-D5EE6A702E78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>
              <a:off x="2945744" y="3857414"/>
              <a:ext cx="150482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0FDCA69-D6F4-479C-B5F4-045F246C2766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>
              <a:off x="6465201" y="3857414"/>
              <a:ext cx="150482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7ED6BC3-E894-615B-A192-205B4F45B989}"/>
                </a:ext>
              </a:extLst>
            </p:cNvPr>
            <p:cNvCxnSpPr>
              <a:stCxn id="5" idx="2"/>
              <a:endCxn id="8" idx="0"/>
            </p:cNvCxnSpPr>
            <p:nvPr/>
          </p:nvCxnSpPr>
          <p:spPr>
            <a:xfrm>
              <a:off x="5457887" y="4078640"/>
              <a:ext cx="0" cy="2315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2436164-8ACB-AF56-E54A-2E1A45293747}"/>
                </a:ext>
              </a:extLst>
            </p:cNvPr>
            <p:cNvCxnSpPr>
              <a:stCxn id="6" idx="2"/>
              <a:endCxn id="9" idx="0"/>
            </p:cNvCxnSpPr>
            <p:nvPr/>
          </p:nvCxnSpPr>
          <p:spPr>
            <a:xfrm flipH="1">
              <a:off x="9046169" y="4078640"/>
              <a:ext cx="1" cy="2315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68B543B-CF0D-7A5A-9CB4-71AE18E97711}"/>
                </a:ext>
              </a:extLst>
            </p:cNvPr>
            <p:cNvCxnSpPr>
              <a:stCxn id="11" idx="0"/>
              <a:endCxn id="7" idx="2"/>
            </p:cNvCxnSpPr>
            <p:nvPr/>
          </p:nvCxnSpPr>
          <p:spPr>
            <a:xfrm flipV="1">
              <a:off x="2090338" y="4521092"/>
              <a:ext cx="0" cy="9055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D6BD66F-0525-8A81-375D-925BBF822225}"/>
                </a:ext>
              </a:extLst>
            </p:cNvPr>
            <p:cNvCxnSpPr>
              <a:stCxn id="5" idx="2"/>
              <a:endCxn id="8" idx="0"/>
            </p:cNvCxnSpPr>
            <p:nvPr/>
          </p:nvCxnSpPr>
          <p:spPr>
            <a:xfrm>
              <a:off x="5457887" y="4078640"/>
              <a:ext cx="0" cy="2315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6D1DCE5-1077-1DAB-9B59-86E35F530385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>
              <a:off x="2945744" y="4299866"/>
              <a:ext cx="1504828" cy="23154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F89FBEB-D92C-795B-28C9-D5E815160471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6465201" y="4531415"/>
              <a:ext cx="150482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EFFA722-96A4-CA74-BC20-CA611C54F589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>
              <a:off x="2945744" y="5647868"/>
              <a:ext cx="153874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123044D-8196-D235-87E4-DA12705CA3F6}"/>
                </a:ext>
              </a:extLst>
            </p:cNvPr>
            <p:cNvCxnSpPr>
              <a:stCxn id="12" idx="3"/>
              <a:endCxn id="13" idx="1"/>
            </p:cNvCxnSpPr>
            <p:nvPr/>
          </p:nvCxnSpPr>
          <p:spPr>
            <a:xfrm flipV="1">
              <a:off x="6465201" y="5647104"/>
              <a:ext cx="1504827" cy="7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899D185-BE44-1D70-3983-A534BF7A8822}"/>
                </a:ext>
              </a:extLst>
            </p:cNvPr>
            <p:cNvCxnSpPr>
              <a:stCxn id="10" idx="2"/>
              <a:endCxn id="13" idx="0"/>
            </p:cNvCxnSpPr>
            <p:nvPr/>
          </p:nvCxnSpPr>
          <p:spPr>
            <a:xfrm>
              <a:off x="9046169" y="5195093"/>
              <a:ext cx="0" cy="2307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D08690D-D67C-AAE2-E591-8B672E7FD309}"/>
                </a:ext>
              </a:extLst>
            </p:cNvPr>
            <p:cNvSpPr/>
            <p:nvPr/>
          </p:nvSpPr>
          <p:spPr>
            <a:xfrm>
              <a:off x="3310028" y="5318789"/>
              <a:ext cx="776258" cy="27464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POST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671578D-BD83-AC77-D344-6350ABCDC34A}"/>
                </a:ext>
              </a:extLst>
            </p:cNvPr>
            <p:cNvSpPr/>
            <p:nvPr/>
          </p:nvSpPr>
          <p:spPr>
            <a:xfrm>
              <a:off x="6706582" y="5310485"/>
              <a:ext cx="1022064" cy="2746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/predict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87702E-A135-834A-A88C-D05C478F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13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7C923-7031-A8B1-3D0C-1FCF14E9F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Structure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94C6DB5-B22F-0F1C-FDED-06B17F9FD3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2324554"/>
              </p:ext>
            </p:extLst>
          </p:nvPr>
        </p:nvGraphicFramePr>
        <p:xfrm>
          <a:off x="166540" y="1737360"/>
          <a:ext cx="11858919" cy="4678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AA4FC8-5FD4-A798-666D-2E199B985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84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B2E60-CB14-A21A-E0C0-3D5D9135B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353" y="6312641"/>
            <a:ext cx="10113264" cy="583067"/>
          </a:xfrm>
        </p:spPr>
        <p:txBody>
          <a:bodyPr/>
          <a:lstStyle/>
          <a:p>
            <a:pPr algn="ctr"/>
            <a:r>
              <a:rPr lang="en-US" dirty="0" err="1"/>
              <a:t>MLFlow</a:t>
            </a:r>
            <a:r>
              <a:rPr lang="en-US" dirty="0"/>
              <a:t> UI – Models registered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CFB83D-6C87-7C57-3902-69956BCE313B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261267-BD3E-6987-1D38-A2038182D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" y="0"/>
            <a:ext cx="12192000" cy="6454962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79E5A04-DE83-94BF-98B7-3FEE5E0C5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73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CD028-278B-6E76-2E1B-1E2B7931A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3D260-00F6-9C42-ADC2-ACC68C1FF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368" y="5825765"/>
            <a:ext cx="10113264" cy="583067"/>
          </a:xfrm>
        </p:spPr>
        <p:txBody>
          <a:bodyPr/>
          <a:lstStyle/>
          <a:p>
            <a:pPr algn="ctr"/>
            <a:r>
              <a:rPr lang="en-US" dirty="0"/>
              <a:t>Flask API Health check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7FEB9B-3C17-128B-712C-100234DD3EAE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60E08F-C33B-BBA3-ED6E-9DFC06C21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53449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9F610-BD5C-3D78-D461-370909AF8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604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4768D-AAB4-5998-3E79-DCE5861E1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FEDCF-2681-9CD2-FFF9-0D3835BEB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353" y="6104347"/>
            <a:ext cx="10113264" cy="822960"/>
          </a:xfrm>
        </p:spPr>
        <p:txBody>
          <a:bodyPr/>
          <a:lstStyle/>
          <a:p>
            <a:pPr algn="ctr"/>
            <a:r>
              <a:rPr lang="en-US" dirty="0" err="1"/>
              <a:t>Streamlit</a:t>
            </a:r>
            <a:r>
              <a:rPr lang="en-US" dirty="0"/>
              <a:t> Web Application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D3E6C-350C-DF50-BD22-B4B93DB6035E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6E5414-891A-1A74-861C-71FA1EB11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" y="0"/>
            <a:ext cx="12192000" cy="644225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0D2FF4-5F4C-8923-FBB7-3AFFD8BF8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051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B8FE-42E1-780F-025D-8BBCBB4D6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Aspects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7B3C6-A8F3-86C6-091F-C43DC01A2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Flight Price Model: </a:t>
            </a:r>
            <a:r>
              <a:rPr lang="en-US" dirty="0"/>
              <a:t>Automatic distance and time integration with destination</a:t>
            </a:r>
          </a:p>
          <a:p>
            <a:r>
              <a:rPr lang="en-US" dirty="0"/>
              <a:t>- </a:t>
            </a:r>
            <a:r>
              <a:rPr lang="en-US" b="1" dirty="0"/>
              <a:t>Hotel Price Model: </a:t>
            </a:r>
            <a:r>
              <a:rPr lang="en-US" dirty="0"/>
              <a:t>Hotel </a:t>
            </a:r>
            <a:r>
              <a:rPr lang="en-US" dirty="0" err="1"/>
              <a:t>proce</a:t>
            </a:r>
            <a:r>
              <a:rPr lang="en-US" dirty="0"/>
              <a:t> prediction model using Hotels.csv</a:t>
            </a:r>
          </a:p>
          <a:p>
            <a:r>
              <a:rPr lang="en-US" dirty="0"/>
              <a:t>- Flights and Hotels data </a:t>
            </a:r>
            <a:r>
              <a:rPr lang="en-US" b="1" dirty="0"/>
              <a:t>JOIN</a:t>
            </a:r>
            <a:r>
              <a:rPr lang="en-US" dirty="0"/>
              <a:t> for a </a:t>
            </a:r>
            <a:r>
              <a:rPr lang="en-US" b="1" dirty="0"/>
              <a:t>Travel Price Prediction Model</a:t>
            </a:r>
            <a:r>
              <a:rPr lang="en-US" dirty="0"/>
              <a:t> per user joining the Users data</a:t>
            </a:r>
          </a:p>
          <a:p>
            <a:r>
              <a:rPr lang="en-US" dirty="0"/>
              <a:t>- </a:t>
            </a:r>
            <a:r>
              <a:rPr lang="en-US" b="1" dirty="0"/>
              <a:t>CI/CD pipeline </a:t>
            </a:r>
            <a:r>
              <a:rPr lang="en-US" dirty="0"/>
              <a:t>for a production grade application</a:t>
            </a:r>
          </a:p>
          <a:p>
            <a:r>
              <a:rPr lang="en-US" dirty="0"/>
              <a:t>- </a:t>
            </a:r>
            <a:r>
              <a:rPr lang="en-US" b="1" dirty="0"/>
              <a:t>Kubernetes</a:t>
            </a:r>
            <a:r>
              <a:rPr lang="en-US" dirty="0"/>
              <a:t> and </a:t>
            </a:r>
            <a:r>
              <a:rPr lang="en-US" b="1" dirty="0"/>
              <a:t>Monitoring</a:t>
            </a:r>
          </a:p>
          <a:p>
            <a:endParaRPr lang="en-US" b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3332E-085C-A15E-A4E3-8887853AC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4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79CB1-91D0-5C47-6BFB-C44BE065C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368" y="5099902"/>
            <a:ext cx="10113264" cy="534028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7D0A37A-5224-F88C-E5F3-E250FFA69C0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" t="21848" r="-103" b="37914"/>
          <a:stretch>
            <a:fillRect/>
          </a:stretch>
        </p:blipFill>
        <p:spPr>
          <a:xfrm>
            <a:off x="0" y="0"/>
            <a:ext cx="12192000" cy="4901938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16DC1-3739-F70D-A5E7-18C26E38B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6CCB4-83A5-44F7-9530-B4433D444995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0EE83A-A9A6-5DA9-A16D-E42A0141BDDE}"/>
              </a:ext>
            </a:extLst>
          </p:cNvPr>
          <p:cNvSpPr txBox="1"/>
          <p:nvPr/>
        </p:nvSpPr>
        <p:spPr>
          <a:xfrm>
            <a:off x="3461415" y="5633930"/>
            <a:ext cx="5269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LinkedIn: 	https://www.linkedin.com/in/srushti-suthar/</a:t>
            </a:r>
          </a:p>
          <a:p>
            <a:r>
              <a:rPr lang="en-US" dirty="0">
                <a:solidFill>
                  <a:schemeClr val="bg1"/>
                </a:solidFill>
              </a:rPr>
              <a:t>GitHub: 	https://github.com/SrushtiSuthar</a:t>
            </a:r>
          </a:p>
          <a:p>
            <a:r>
              <a:rPr lang="en-US" dirty="0">
                <a:solidFill>
                  <a:schemeClr val="bg1"/>
                </a:solidFill>
              </a:rPr>
              <a:t>Email: 	srusht.suthar@gmail.com</a:t>
            </a:r>
          </a:p>
        </p:txBody>
      </p:sp>
    </p:spTree>
    <p:extLst>
      <p:ext uri="{BB962C8B-B14F-4D97-AF65-F5344CB8AC3E}">
        <p14:creationId xmlns:p14="http://schemas.microsoft.com/office/powerpoint/2010/main" val="178871795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261</TotalTime>
  <Words>743</Words>
  <Application>Microsoft Office PowerPoint</Application>
  <PresentationFormat>Widescreen</PresentationFormat>
  <Paragraphs>150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Calibri Light</vt:lpstr>
      <vt:lpstr>Wingdings</vt:lpstr>
      <vt:lpstr>Retrospect</vt:lpstr>
      <vt:lpstr>Voyage Analytics</vt:lpstr>
      <vt:lpstr>Description</vt:lpstr>
      <vt:lpstr>Objectives – Model Building</vt:lpstr>
      <vt:lpstr>Objectives - MLOps</vt:lpstr>
      <vt:lpstr>Project Status</vt:lpstr>
      <vt:lpstr>Project Architecture Overview</vt:lpstr>
      <vt:lpstr>Flight Price Prediction Model</vt:lpstr>
      <vt:lpstr>Model Architecture Overview</vt:lpstr>
      <vt:lpstr>Project Structure</vt:lpstr>
      <vt:lpstr>MLFlow UI – Models registered</vt:lpstr>
      <vt:lpstr>Flask API Health check</vt:lpstr>
      <vt:lpstr>Streamlit Web Application</vt:lpstr>
      <vt:lpstr>Future Aspects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Srushti Suthar</dc:creator>
  <cp:lastModifiedBy>Srushti Suthar</cp:lastModifiedBy>
  <cp:revision>30</cp:revision>
  <dcterms:created xsi:type="dcterms:W3CDTF">2026-01-20T15:58:43Z</dcterms:created>
  <dcterms:modified xsi:type="dcterms:W3CDTF">2026-01-20T20:40:12Z</dcterms:modified>
</cp:coreProperties>
</file>