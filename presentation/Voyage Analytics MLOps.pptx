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2057" y="1657350"/>
            <a:ext cx="45798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Voyage Analytics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56363" y="2358390"/>
            <a:ext cx="483115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MLOps in Travel – Production Deployment Journey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83118" y="2861310"/>
            <a:ext cx="257776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Price Prediction with Random Forest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480465" y="3326130"/>
            <a:ext cx="218295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 | Ahmedabad, Gujarat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Project Status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 Forest model trained (R² = 0.999, RMSE = 9.70)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Streamlit UI developed with form inputs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Flask REST API with /health &amp; /predict endpoints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COMPLETED: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deployment (localhost:5000 &amp; 8501) fully working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PENDING: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Docker container networking (Streamlit → Flask 404 error)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1"/>
            <a:ext cx="7924800" cy="11049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54581"/>
            <a:ext cx="7924800" cy="11049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59481"/>
            <a:ext cx="7924800" cy="11049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Architecture Overview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5544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4615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(Port 8501) – Form inputs, price display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593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2979420"/>
            <a:ext cx="74615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API (Port 5000) – ML predictions, feature scaling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764281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084320"/>
            <a:ext cx="74615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– 25 features, one-hot encoded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4869181"/>
            <a:ext cx="8083296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</a:t>
            </a:r>
            <a:pPr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3.10 | scikit-learn | pandas | joblib | Docker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Pending &amp; Current Issues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88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Docker Compose networking – Streamlit cannot reach Flask (404 error)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Environment variable `/predict` truncation or container DNS resolution failure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Kubernetes deployment configuration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CI/CD pipeline (GitHub Actions for auto-deployment)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 authentication &amp; rate limiting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Monitoring &amp; logging (Prometheus, ELK stack)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versioning &amp; A/B testing framework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Roadmap &amp;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(Q1 2026)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172212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Docker networking issue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AWS ECS/Fargate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API documentation (Swagger)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990850"/>
            <a:ext cx="8083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(Q2 2026)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46329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real-time data pipeline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ensemble approach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monitoring &amp; alerts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5036820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Resolve Docker container networking → Production-ready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2026-01-20T12:43:43Z</dcterms:created>
  <dcterms:modified xsi:type="dcterms:W3CDTF">2026-01-20T12:43:43Z</dcterms:modified>
</cp:coreProperties>
</file>